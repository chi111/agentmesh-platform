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68f66805ac43a6" /><Relationship Type="http://schemas.openxmlformats.org/officeDocument/2006/relationships/extended-properties" Target="/docProps/app.xml" Id="R7afdc994a4304dfe" /><Relationship Type="http://schemas.openxmlformats.org/officeDocument/2006/relationships/officeDocument" Target="/ppt/presentation.xml" Id="R09b480dd107449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dd22cb98304f29"/>
  </p:sldMasterIdLst>
  <p:notesMasterIdLst>
    <p:notesMasterId xmlns:r="http://schemas.openxmlformats.org/officeDocument/2006/relationships" r:id="Rf573062c909943f0"/>
  </p:notesMasterIdLst>
  <p:sldIdLst>
    <p:sldId xmlns:r="http://schemas.openxmlformats.org/officeDocument/2006/relationships" id="256" r:id="R92120e89932f4730"/>
    <p:sldId xmlns:r="http://schemas.openxmlformats.org/officeDocument/2006/relationships" id="257" r:id="R31593703f8f64479"/>
    <p:sldId xmlns:r="http://schemas.openxmlformats.org/officeDocument/2006/relationships" id="258" r:id="R8053908ce5e94092"/>
    <p:sldId xmlns:r="http://schemas.openxmlformats.org/officeDocument/2006/relationships" id="259" r:id="R00b8368dd5bb4cc7"/>
    <p:sldId xmlns:r="http://schemas.openxmlformats.org/officeDocument/2006/relationships" id="260" r:id="R848a2cc86d9c487b"/>
    <p:sldId xmlns:r="http://schemas.openxmlformats.org/officeDocument/2006/relationships" id="261" r:id="R8117e467df5e46b4"/>
    <p:sldId xmlns:r="http://schemas.openxmlformats.org/officeDocument/2006/relationships" id="262" r:id="R487dd43c0ddc4114"/>
    <p:sldId xmlns:r="http://schemas.openxmlformats.org/officeDocument/2006/relationships" id="263" r:id="R6b1a13b01af24824"/>
    <p:sldId xmlns:r="http://schemas.openxmlformats.org/officeDocument/2006/relationships" id="264" r:id="R9a04c759413b4f6b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c1fab1a7bc44e8" /><Relationship Type="http://schemas.openxmlformats.org/officeDocument/2006/relationships/slideMaster" Target="/ppt/slideMasters/slideMaster1.xml" Id="Recdd22cb98304f29" /><Relationship Type="http://schemas.openxmlformats.org/officeDocument/2006/relationships/notesMaster" Target="/ppt/notesMasters/notesMaster1.xml" Id="Rf573062c909943f0" /><Relationship Type="http://schemas.openxmlformats.org/officeDocument/2006/relationships/presProps" Target="/ppt/presProps.xml" Id="Rd28cf744f4984338" /><Relationship Type="http://schemas.openxmlformats.org/officeDocument/2006/relationships/viewProps" Target="/ppt/viewProps.xml" Id="R4e15bb58191c4cc9" /><Relationship Type="http://schemas.openxmlformats.org/officeDocument/2006/relationships/tableStyles" Target="/ppt/tableStyles.xml" Id="R415e73fdb0d2424e" /><Relationship Type="http://schemas.openxmlformats.org/officeDocument/2006/relationships/slide" Target="/ppt/slides/slide1.xml" Id="R92120e89932f4730" /><Relationship Type="http://schemas.openxmlformats.org/officeDocument/2006/relationships/slide" Target="/ppt/slides/slide2.xml" Id="R31593703f8f64479" /><Relationship Type="http://schemas.openxmlformats.org/officeDocument/2006/relationships/slide" Target="/ppt/slides/slide3.xml" Id="R8053908ce5e94092" /><Relationship Type="http://schemas.openxmlformats.org/officeDocument/2006/relationships/slide" Target="/ppt/slides/slide4.xml" Id="R00b8368dd5bb4cc7" /><Relationship Type="http://schemas.openxmlformats.org/officeDocument/2006/relationships/slide" Target="/ppt/slides/slide5.xml" Id="R848a2cc86d9c487b" /><Relationship Type="http://schemas.openxmlformats.org/officeDocument/2006/relationships/slide" Target="/ppt/slides/slide6.xml" Id="R8117e467df5e46b4" /><Relationship Type="http://schemas.openxmlformats.org/officeDocument/2006/relationships/slide" Target="/ppt/slides/slide7.xml" Id="R487dd43c0ddc4114" /><Relationship Type="http://schemas.openxmlformats.org/officeDocument/2006/relationships/slide" Target="/ppt/slides/slide8.xml" Id="R6b1a13b01af24824" /><Relationship Type="http://schemas.openxmlformats.org/officeDocument/2006/relationships/slide" Target="/ppt/slides/slide9.xml" Id="R9a04c759413b4f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b5fa5eef6640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Unicode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 Unicode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1273adbb144a81" /><Relationship Type="http://schemas.openxmlformats.org/officeDocument/2006/relationships/notesMaster" Target="/ppt/notesMasters/notesMaster1.xml" Id="R3a2b5fccfc0f41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c8f5cca8bc45ce" /><Relationship Type="http://schemas.openxmlformats.org/officeDocument/2006/relationships/notesMaster" Target="/ppt/notesMasters/notesMaster1.xml" Id="R27754e5f1d794c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ef93af99b342ce" /><Relationship Type="http://schemas.openxmlformats.org/officeDocument/2006/relationships/notesMaster" Target="/ppt/notesMasters/notesMaster1.xml" Id="Reec807e1dd7244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56ce52587f4fe8" /><Relationship Type="http://schemas.openxmlformats.org/officeDocument/2006/relationships/notesMaster" Target="/ppt/notesMasters/notesMaster1.xml" Id="R5bdb577e749943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67af34217e4cf2" /><Relationship Type="http://schemas.openxmlformats.org/officeDocument/2006/relationships/notesMaster" Target="/ppt/notesMasters/notesMaster1.xml" Id="R1d5fc496d4a146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b559a70119477b" /><Relationship Type="http://schemas.openxmlformats.org/officeDocument/2006/relationships/notesMaster" Target="/ppt/notesMasters/notesMaster1.xml" Id="R43a5a494e6d74d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b5f16c3aa74e1b" /><Relationship Type="http://schemas.openxmlformats.org/officeDocument/2006/relationships/notesMaster" Target="/ppt/notesMasters/notesMaster1.xml" Id="R5564d05a994240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abd66441c24340" /><Relationship Type="http://schemas.openxmlformats.org/officeDocument/2006/relationships/notesMaster" Target="/ppt/notesMasters/notesMaster1.xml" Id="R1344417e28194d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ab600155914210" /><Relationship Type="http://schemas.openxmlformats.org/officeDocument/2006/relationships/notesMaster" Target="/ppt/notesMasters/notesMaster1.xml" Id="R02ca2039c8b64f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汇报提示：先强调 pinme-mesh 不是聊天机器人，而是复杂任务从编排到可验证交付的闭环。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https://mesh-pinme.pinme.dev/ — live app and dashboard, verified 2026-08-30</a:t>
            </a:r>
            <a:endParaRPr/>
          </a:p>
          <a:p xmlns:a="http://schemas.openxmlformats.org/drawingml/2006/main">
            <a:r>
              <a:t>- Frontend CID: bafybeihuewiymgcgotoncbiya6hove5qtqgvaakb4dapxmsuyinykuiy5u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汇报提示：用‘目标—编排—执行—证据—结算’五段解释平台初衷。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/Users/mac/workcode/agentmesh-platform/docs/prd.md — implemented product flow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汇报提示：这页要明确 AI 编排多少步，产品就展示并执行多少步；当前真实任务是 6 步。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Mission TASK-2026-CA9B17 — production smoke mission, verified 2026-08-29</a:t>
            </a:r>
            <a:endParaRPr/>
          </a:p>
          <a:p xmlns:a="http://schemas.openxmlformats.org/drawingml/2006/main">
            <a:r>
              <a:t>- https://688355bf.pinme.dev/ — final mission package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汇报提示：三位 Agent 不是三套模型，而是同一 PinMe LLM 上的三种专业角色运行时。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/Users/mac/workcode/agentmesh-platform/backend/src/worker.ts — role prompts, LLM calls, delivery and key boundaries</a:t>
            </a:r>
            <a:endParaRPr/>
          </a:p>
          <a:p xmlns:a="http://schemas.openxmlformats.org/drawingml/2006/main">
            <a:r>
              <a:t>- /Users/mac/workcode/agentmesh-platform/docs/worker_service_api.md — PinMe worker service API conventions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汇报提示：Agent 市场展示能力准入和可用性，不只展示头像或文案。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https://mesh-pinme.pinme.dev/#/agents — live Agent market, verified 2026-08-30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汇报提示：3D 模块是任务状态的数字孪生表达，工作中回工位，空闲时在空间内活动。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https://mesh-pinme.pinme.dev/#/developer/agents — live 3D workspace, verified 2026-08-30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汇报提示：客户收到的是可直接阅读的成果包链接，不是要求其处理一段 JSON。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https://688355bf.pinme.dev/ — final package, 9 files</a:t>
            </a:r>
            <a:endParaRPr/>
          </a:p>
          <a:p xmlns:a="http://schemas.openxmlformats.org/drawingml/2006/main">
            <a:r>
              <a:t>- Package CID: bafybeiasx23e4dqxfim6v5ahmgehswwwfdcw3az34dwiui26erwoyogymq</a:t>
            </a:r>
            <a:endParaRPr/>
          </a:p>
          <a:p xmlns:a="http://schemas.openxmlformats.org/drawingml/2006/main">
            <a:r>
              <a:t>- Mission TASK-2026-CA9B17 — 4/4 current deliverables verified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汇报提示：PM 是测试网贡献与治理品牌，不是 PinMe 官方代币，也不承诺价格或收益。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/Users/mac/workcode/agentmesh-platform/docs/prd.md — PM product boundary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汇报提示：按左侧 6 个步骤现场演示；右侧只陈述已经验证的结果。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https://mesh-pinme.pinme.dev/ — live app</a:t>
            </a:r>
            <a:endParaRPr/>
          </a:p>
          <a:p xmlns:a="http://schemas.openxmlformats.org/drawingml/2006/main">
            <a:r>
              <a:t>- https://688355bf.pinme.dev/ — final mission package</a:t>
            </a:r>
            <a:endParaRPr/>
          </a:p>
          <a:p xmlns:a="http://schemas.openxmlformats.org/drawingml/2006/main">
            <a:r>
              <a:t>- Backend regression suite: 189/189 passing, verified 2026-08-29</a:t>
            </a:r>
            <a:endParaRPr/>
          </a:p>
          <a:p xmlns:a="http://schemas.openxmlformats.org/drawingml/2006/main">
            <a:r>
              <a:t>- Worker deployment: a58ff43ac3a0440988bdbc90f79095fe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9fd33a840c4beb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0be93d61a24881" /><Relationship Type="http://schemas.openxmlformats.org/officeDocument/2006/relationships/slideLayout" Target="/ppt/slideLayouts/slideLayout1.xml" Id="Rc576821ca73948b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76821ca73948b1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Unicode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 Unicode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785fa6a83b48b2" /><Relationship Type="http://schemas.openxmlformats.org/officeDocument/2006/relationships/image" Target="/ppt/media/image.jpeg" Id="Reb6b6e2c9fc341a8" /><Relationship Type="http://schemas.openxmlformats.org/officeDocument/2006/relationships/hyperlink" Target="https://mesh-pinme.pinme.dev/" TargetMode="External" Id="Rae0734f812854121" /><Relationship Type="http://schemas.openxmlformats.org/officeDocument/2006/relationships/hyperlink" Target="https://mesh-pinme.pinme.dev/" TargetMode="External" Id="R60a5ff78228c426c" /><Relationship Type="http://schemas.openxmlformats.org/officeDocument/2006/relationships/notesSlide" Target="/ppt/notesSlides/notesSlide1.xml" Id="R60e3ce50d4744c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0d47c2661457e" /><Relationship Type="http://schemas.openxmlformats.org/officeDocument/2006/relationships/notesSlide" Target="/ppt/notesSlides/notesSlide2.xml" Id="Rddfac51289d84d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5dbd92f9f8448e" /><Relationship Type="http://schemas.openxmlformats.org/officeDocument/2006/relationships/notesSlide" Target="/ppt/notesSlides/notesSlide3.xml" Id="Ra003f224af0c44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aaa6a0ab084408" /><Relationship Type="http://schemas.openxmlformats.org/officeDocument/2006/relationships/notesSlide" Target="/ppt/notesSlides/notesSlide4.xml" Id="R0d314a4a962940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497e32f22d460e" /><Relationship Type="http://schemas.openxmlformats.org/officeDocument/2006/relationships/image" Target="/ppt/media/image2.jpeg" Id="R2ff99ee8cbc049b6" /><Relationship Type="http://schemas.openxmlformats.org/officeDocument/2006/relationships/notesSlide" Target="/ppt/notesSlides/notesSlide5.xml" Id="Rd4047f7977b248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6ed0bfe1f444a5" /><Relationship Type="http://schemas.openxmlformats.org/officeDocument/2006/relationships/image" Target="/ppt/media/image3.jpeg" Id="Rcb477fed1c424e9f" /><Relationship Type="http://schemas.openxmlformats.org/officeDocument/2006/relationships/notesSlide" Target="/ppt/notesSlides/notesSlide6.xml" Id="R1e291c36e33f41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b57b85f6d4c2f" /><Relationship Type="http://schemas.openxmlformats.org/officeDocument/2006/relationships/notesSlide" Target="/ppt/notesSlides/notesSlide7.xml" Id="R846c535fd24240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fe95073bf94149" /><Relationship Type="http://schemas.openxmlformats.org/officeDocument/2006/relationships/notesSlide" Target="/ppt/notesSlides/notesSlide8.xml" Id="Rafc2f063697f4b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3f600115504e05" /><Relationship Type="http://schemas.openxmlformats.org/officeDocument/2006/relationships/hyperlink" Target="https://mesh-pinme.pinme.dev/" TargetMode="External" Id="R4e82e05b8a244a73" /><Relationship Type="http://schemas.openxmlformats.org/officeDocument/2006/relationships/hyperlink" Target="https://mesh-pinme.pinme.dev/" TargetMode="External" Id="Rac8a1389b21a4c5b" /><Relationship Type="http://schemas.openxmlformats.org/officeDocument/2006/relationships/notesSlide" Target="/ppt/notesSlides/notesSlide9.xml" Id="R9b11fe9a791047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0042711-7031-432C-94EB-02C99A55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11B1FFE-34EF-4BDC-B7DD-DA772B47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88A64D4-5FD1-4495-822D-86794AD5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6378253-CA9D-4B9D-9813-EF8921D1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31B10CA-A517-4D9E-98C2-3126FF91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6086449-4954-424E-BC7C-4FB16DDF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2453DE7-28C5-4478-9B1F-353670EC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116DA7E-F827-42AF-902C-2A9D1753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E8C9868-5B0E-4CBE-B38A-03BDC6CE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22E625C-3E93-4744-8181-77825F68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3840B7D-8D97-433E-99C7-57106B04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D8B86CA-818B-40DF-A831-63134F59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53074A6-DDA1-4D17-A38F-44E1410F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BA45E62-D04D-4946-8E1B-A2FDFC27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7C0CD8D-DE14-4AB4-9527-CE9944BD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CEB1B12-E9E4-4F8F-BA47-99C22D3F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B05D26FB-814D-46AC-A37A-2F2A4DCC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C7204924-C833-46E4-A065-5164FE38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3048F80-ECB7-4E29-8C90-34BC107E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9F699936-A3CF-4F90-8FE0-72EAF7F5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2BEC1C22-8C12-4705-AD87-19031871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70384486-BA6D-400F-8D5C-992E9F92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39576D8F-CAEE-4088-9E4D-32FF964E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2D10306C-086E-4B59-BE08-CC241A48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B9EBC06A-928C-4CF3-B313-F9246A92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E910AF01-A332-4D3A-8033-4D4AF6C7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EC4C5B58-0928-4DD2-BF06-D8075DD9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8180A2F8-216B-4579-94FD-45E27D47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BC8D75F1-0AF5-4FF8-A061-40D7DE7F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B4717665-B9D0-4507-9AAE-2ED5550D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7CEB9D4A-841E-460A-A9E4-3EED0F16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D147AFB1-160B-421A-B5A3-1DB81CD2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E906517D-714C-464F-886B-1788AA4D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5E7DEE4E-2652-48E3-A563-FB6095D6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746C40F6-2861-4056-ADC9-93DB0C76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6D882F75-4772-4F8A-BB93-677547F4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6D2FEC2B-FB04-474D-99D5-206CEFEC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DB4C5696-6A18-4A37-A4D0-DF81C92D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473292A6-CE71-4F26-B67D-0AF36C42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443D0EEB-2A7E-4233-B44A-63ACC711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21DF184A-019F-4833-A2F0-4EFF72AB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509BC5D1-797E-42A7-9A21-E0542578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BCE85DDB-27D1-4A32-96B8-D83EBC63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508B5D15-3C7B-4E5A-9D9C-60827786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9614A280-DB36-4295-9404-D325C671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933DA504-6424-4BE5-AC82-D21CA0F6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3B044625-3FBA-43EC-BFF6-DF069A09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AA80D9BF-9F62-4A84-9D1A-2D39E058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AA72F658-4A7E-47FE-9A8A-472CE771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DF0AD399-B4AB-401C-87FD-C99D46C9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78DA1498-735D-4508-81EA-8D2FD0B4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6E497417-A309-4315-8B0E-03E0E21C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013C6638-11FA-48E3-AE72-5D20E489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870D9BB8-723A-4AD6-BFBE-7E880AE4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5C997111-DFD4-4D2E-97B4-9B61BD2C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A8BE0083-927B-4815-9000-387A05EC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1E709CF0-2A99-4E51-8BEC-46C7A2E0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B4C90B80-FB10-4E3B-A111-797797DD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126F85D1-E860-4B6E-921A-50E8F302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F1E4920C-829B-4A9A-90D1-6795A85E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" name="Shape 60">
            <a:extLst xmlns:a="http://schemas.openxmlformats.org/drawingml/2006/main">
              <a:ext uri="{FF2B5EF4-FFF2-40B4-BE49-F238E27FC236}">
                <a16:creationId xmlns:a16="http://schemas.microsoft.com/office/drawing/2014/main" id="{D8F75128-9B23-4507-BF95-E15CFD72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9722896D-918C-44F2-AA0B-17124FF2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" name="Shape 62">
            <a:extLst xmlns:a="http://schemas.openxmlformats.org/drawingml/2006/main">
              <a:ext uri="{FF2B5EF4-FFF2-40B4-BE49-F238E27FC236}">
                <a16:creationId xmlns:a16="http://schemas.microsoft.com/office/drawing/2014/main" id="{24F29845-6097-4BA0-98F2-9D55E53E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5" name="Shape 63">
            <a:extLst xmlns:a="http://schemas.openxmlformats.org/drawingml/2006/main">
              <a:ext uri="{FF2B5EF4-FFF2-40B4-BE49-F238E27FC236}">
                <a16:creationId xmlns:a16="http://schemas.microsoft.com/office/drawing/2014/main" id="{31298EC6-9D74-482E-93E5-15A620CB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6" name="Shape 64">
            <a:extLst xmlns:a="http://schemas.openxmlformats.org/drawingml/2006/main">
              <a:ext uri="{FF2B5EF4-FFF2-40B4-BE49-F238E27FC236}">
                <a16:creationId xmlns:a16="http://schemas.microsoft.com/office/drawing/2014/main" id="{337B3918-50F5-48B0-A7A6-C59B5301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7" name="Shape 65">
            <a:extLst xmlns:a="http://schemas.openxmlformats.org/drawingml/2006/main">
              <a:ext uri="{FF2B5EF4-FFF2-40B4-BE49-F238E27FC236}">
                <a16:creationId xmlns:a16="http://schemas.microsoft.com/office/drawing/2014/main" id="{2AF9FD05-20DF-4EA5-8906-5F17BC06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8" name="Shape 66">
            <a:extLst xmlns:a="http://schemas.openxmlformats.org/drawingml/2006/main">
              <a:ext uri="{FF2B5EF4-FFF2-40B4-BE49-F238E27FC236}">
                <a16:creationId xmlns:a16="http://schemas.microsoft.com/office/drawing/2014/main" id="{74F9A7C0-F17B-4D03-B4BF-97059987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9" name="Shape 67">
            <a:extLst xmlns:a="http://schemas.openxmlformats.org/drawingml/2006/main">
              <a:ext uri="{FF2B5EF4-FFF2-40B4-BE49-F238E27FC236}">
                <a16:creationId xmlns:a16="http://schemas.microsoft.com/office/drawing/2014/main" id="{13ACF44B-7C8B-46E7-A329-B7D1D3E3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0" name="Shape 68">
            <a:extLst xmlns:a="http://schemas.openxmlformats.org/drawingml/2006/main">
              <a:ext uri="{FF2B5EF4-FFF2-40B4-BE49-F238E27FC236}">
                <a16:creationId xmlns:a16="http://schemas.microsoft.com/office/drawing/2014/main" id="{B7A19FB9-3B8E-4C98-8E1D-2F2FA93E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1" name="Shape 69">
            <a:extLst xmlns:a="http://schemas.openxmlformats.org/drawingml/2006/main">
              <a:ext uri="{FF2B5EF4-FFF2-40B4-BE49-F238E27FC236}">
                <a16:creationId xmlns:a16="http://schemas.microsoft.com/office/drawing/2014/main" id="{C0F887CF-A325-4B72-AE88-194303F2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2" name="Shape 70">
            <a:extLst xmlns:a="http://schemas.openxmlformats.org/drawingml/2006/main">
              <a:ext uri="{FF2B5EF4-FFF2-40B4-BE49-F238E27FC236}">
                <a16:creationId xmlns:a16="http://schemas.microsoft.com/office/drawing/2014/main" id="{2E1307F7-8F18-415D-A475-D49A4649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3" name="Shape 71">
            <a:extLst xmlns:a="http://schemas.openxmlformats.org/drawingml/2006/main">
              <a:ext uri="{FF2B5EF4-FFF2-40B4-BE49-F238E27FC236}">
                <a16:creationId xmlns:a16="http://schemas.microsoft.com/office/drawing/2014/main" id="{7BDBBE6F-E01D-445F-9289-AD152344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4" name="Shape 72">
            <a:extLst xmlns:a="http://schemas.openxmlformats.org/drawingml/2006/main">
              <a:ext uri="{FF2B5EF4-FFF2-40B4-BE49-F238E27FC236}">
                <a16:creationId xmlns:a16="http://schemas.microsoft.com/office/drawing/2014/main" id="{DD0BC85A-28CB-4FC9-9FC1-303BB72D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5" name="Shape 73">
            <a:extLst xmlns:a="http://schemas.openxmlformats.org/drawingml/2006/main">
              <a:ext uri="{FF2B5EF4-FFF2-40B4-BE49-F238E27FC236}">
                <a16:creationId xmlns:a16="http://schemas.microsoft.com/office/drawing/2014/main" id="{683FA258-5224-44E8-9F6D-F0549532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6" name="Shape 74">
            <a:extLst xmlns:a="http://schemas.openxmlformats.org/drawingml/2006/main">
              <a:ext uri="{FF2B5EF4-FFF2-40B4-BE49-F238E27FC236}">
                <a16:creationId xmlns:a16="http://schemas.microsoft.com/office/drawing/2014/main" id="{1AAD8339-0C31-49E7-BABC-51CB9B15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7" name="Shape 75">
            <a:extLst xmlns:a="http://schemas.openxmlformats.org/drawingml/2006/main">
              <a:ext uri="{FF2B5EF4-FFF2-40B4-BE49-F238E27FC236}">
                <a16:creationId xmlns:a16="http://schemas.microsoft.com/office/drawing/2014/main" id="{475A6FE0-D9A7-4265-AC14-9036935E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8" name="Shape 76">
            <a:extLst xmlns:a="http://schemas.openxmlformats.org/drawingml/2006/main">
              <a:ext uri="{FF2B5EF4-FFF2-40B4-BE49-F238E27FC236}">
                <a16:creationId xmlns:a16="http://schemas.microsoft.com/office/drawing/2014/main" id="{9FAEA559-3B1C-4B7C-9F6C-493E2BAE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9" name="Shape 77">
            <a:extLst xmlns:a="http://schemas.openxmlformats.org/drawingml/2006/main">
              <a:ext uri="{FF2B5EF4-FFF2-40B4-BE49-F238E27FC236}">
                <a16:creationId xmlns:a16="http://schemas.microsoft.com/office/drawing/2014/main" id="{1F2C5592-54E6-4D8A-8F30-70942EDB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0" name="Shape 78">
            <a:extLst xmlns:a="http://schemas.openxmlformats.org/drawingml/2006/main">
              <a:ext uri="{FF2B5EF4-FFF2-40B4-BE49-F238E27FC236}">
                <a16:creationId xmlns:a16="http://schemas.microsoft.com/office/drawing/2014/main" id="{29E98E7A-0BC6-427A-BE16-55969EFE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1" name="Shape 79">
            <a:extLst xmlns:a="http://schemas.openxmlformats.org/drawingml/2006/main">
              <a:ext uri="{FF2B5EF4-FFF2-40B4-BE49-F238E27FC236}">
                <a16:creationId xmlns:a16="http://schemas.microsoft.com/office/drawing/2014/main" id="{491D4423-8C37-4D7F-975F-96B96A06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2" name="Shape 80">
            <a:extLst xmlns:a="http://schemas.openxmlformats.org/drawingml/2006/main">
              <a:ext uri="{FF2B5EF4-FFF2-40B4-BE49-F238E27FC236}">
                <a16:creationId xmlns:a16="http://schemas.microsoft.com/office/drawing/2014/main" id="{172A7014-EC5C-44F4-B7FF-B7163391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3" name="Shape 81">
            <a:extLst xmlns:a="http://schemas.openxmlformats.org/drawingml/2006/main">
              <a:ext uri="{FF2B5EF4-FFF2-40B4-BE49-F238E27FC236}">
                <a16:creationId xmlns:a16="http://schemas.microsoft.com/office/drawing/2014/main" id="{E7D8F5CE-EA4D-45F4-8A83-2B528EE7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4" name="Shape 82">
            <a:extLst xmlns:a="http://schemas.openxmlformats.org/drawingml/2006/main">
              <a:ext uri="{FF2B5EF4-FFF2-40B4-BE49-F238E27FC236}">
                <a16:creationId xmlns:a16="http://schemas.microsoft.com/office/drawing/2014/main" id="{B808C075-F326-403E-9498-04A13D3C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5" name="Shape 83">
            <a:extLst xmlns:a="http://schemas.openxmlformats.org/drawingml/2006/main">
              <a:ext uri="{FF2B5EF4-FFF2-40B4-BE49-F238E27FC236}">
                <a16:creationId xmlns:a16="http://schemas.microsoft.com/office/drawing/2014/main" id="{8F62D7EF-78AB-4B45-92EA-D07AAB98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6" name="Shape 84">
            <a:extLst xmlns:a="http://schemas.openxmlformats.org/drawingml/2006/main">
              <a:ext uri="{FF2B5EF4-FFF2-40B4-BE49-F238E27FC236}">
                <a16:creationId xmlns:a16="http://schemas.microsoft.com/office/drawing/2014/main" id="{4702E3BE-DD03-449A-A50D-89C22D76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7" name="Shape 85">
            <a:extLst xmlns:a="http://schemas.openxmlformats.org/drawingml/2006/main">
              <a:ext uri="{FF2B5EF4-FFF2-40B4-BE49-F238E27FC236}">
                <a16:creationId xmlns:a16="http://schemas.microsoft.com/office/drawing/2014/main" id="{94516ADD-A9D1-4183-B682-10371938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8" name="Shape 86">
            <a:extLst xmlns:a="http://schemas.openxmlformats.org/drawingml/2006/main">
              <a:ext uri="{FF2B5EF4-FFF2-40B4-BE49-F238E27FC236}">
                <a16:creationId xmlns:a16="http://schemas.microsoft.com/office/drawing/2014/main" id="{E9E543E0-BE67-449E-A7BB-D20CB0AA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9" name="Shape 87">
            <a:extLst xmlns:a="http://schemas.openxmlformats.org/drawingml/2006/main">
              <a:ext uri="{FF2B5EF4-FFF2-40B4-BE49-F238E27FC236}">
                <a16:creationId xmlns:a16="http://schemas.microsoft.com/office/drawing/2014/main" id="{A2291F1A-1EA6-4E28-8673-6D945FA6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0" name="Shape 88">
            <a:extLst xmlns:a="http://schemas.openxmlformats.org/drawingml/2006/main">
              <a:ext uri="{FF2B5EF4-FFF2-40B4-BE49-F238E27FC236}">
                <a16:creationId xmlns:a16="http://schemas.microsoft.com/office/drawing/2014/main" id="{673AC8A3-CAF3-47B3-9214-8BA71572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1" name="Shape 89">
            <a:extLst xmlns:a="http://schemas.openxmlformats.org/drawingml/2006/main">
              <a:ext uri="{FF2B5EF4-FFF2-40B4-BE49-F238E27FC236}">
                <a16:creationId xmlns:a16="http://schemas.microsoft.com/office/drawing/2014/main" id="{BCA76F6B-D536-45A6-9D30-BBC53345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2" name="Shape 90">
            <a:extLst xmlns:a="http://schemas.openxmlformats.org/drawingml/2006/main">
              <a:ext uri="{FF2B5EF4-FFF2-40B4-BE49-F238E27FC236}">
                <a16:creationId xmlns:a16="http://schemas.microsoft.com/office/drawing/2014/main" id="{9C11EFD0-6AA8-4ED9-8680-6B98D044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3" name="Shape 91">
            <a:extLst xmlns:a="http://schemas.openxmlformats.org/drawingml/2006/main">
              <a:ext uri="{FF2B5EF4-FFF2-40B4-BE49-F238E27FC236}">
                <a16:creationId xmlns:a16="http://schemas.microsoft.com/office/drawing/2014/main" id="{6C6E8C84-D72F-4CF0-A1F9-E98D5989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4" name="Shape 92">
            <a:extLst xmlns:a="http://schemas.openxmlformats.org/drawingml/2006/main">
              <a:ext uri="{FF2B5EF4-FFF2-40B4-BE49-F238E27FC236}">
                <a16:creationId xmlns:a16="http://schemas.microsoft.com/office/drawing/2014/main" id="{4BF74F4A-7BCC-4CB9-B701-44182991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5" name="Shape 93">
            <a:extLst xmlns:a="http://schemas.openxmlformats.org/drawingml/2006/main">
              <a:ext uri="{FF2B5EF4-FFF2-40B4-BE49-F238E27FC236}">
                <a16:creationId xmlns:a16="http://schemas.microsoft.com/office/drawing/2014/main" id="{25E81818-2CED-4B44-B27F-9CB44001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6" name="Shape 94">
            <a:extLst xmlns:a="http://schemas.openxmlformats.org/drawingml/2006/main">
              <a:ext uri="{FF2B5EF4-FFF2-40B4-BE49-F238E27FC236}">
                <a16:creationId xmlns:a16="http://schemas.microsoft.com/office/drawing/2014/main" id="{61B86788-FCFF-45CD-8089-37E617E6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7" name="Shape 95">
            <a:extLst xmlns:a="http://schemas.openxmlformats.org/drawingml/2006/main">
              <a:ext uri="{FF2B5EF4-FFF2-40B4-BE49-F238E27FC236}">
                <a16:creationId xmlns:a16="http://schemas.microsoft.com/office/drawing/2014/main" id="{F525D226-9BB8-412F-9484-115DA711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8" name="Shape 96">
            <a:extLst xmlns:a="http://schemas.openxmlformats.org/drawingml/2006/main">
              <a:ext uri="{FF2B5EF4-FFF2-40B4-BE49-F238E27FC236}">
                <a16:creationId xmlns:a16="http://schemas.microsoft.com/office/drawing/2014/main" id="{0FB9C24F-AD37-4324-BE4B-B96A65C3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9" name="Shape 97">
            <a:extLst xmlns:a="http://schemas.openxmlformats.org/drawingml/2006/main">
              <a:ext uri="{FF2B5EF4-FFF2-40B4-BE49-F238E27FC236}">
                <a16:creationId xmlns:a16="http://schemas.microsoft.com/office/drawing/2014/main" id="{34C6CF62-D388-48F3-88E8-CA1204EE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0" name="Shape 98">
            <a:extLst xmlns:a="http://schemas.openxmlformats.org/drawingml/2006/main">
              <a:ext uri="{FF2B5EF4-FFF2-40B4-BE49-F238E27FC236}">
                <a16:creationId xmlns:a16="http://schemas.microsoft.com/office/drawing/2014/main" id="{D6EB8773-73A7-4715-82E1-1F075FC7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1" name="Shape 99">
            <a:extLst xmlns:a="http://schemas.openxmlformats.org/drawingml/2006/main">
              <a:ext uri="{FF2B5EF4-FFF2-40B4-BE49-F238E27FC236}">
                <a16:creationId xmlns:a16="http://schemas.microsoft.com/office/drawing/2014/main" id="{A1FC92FB-A69C-4358-BB44-74E59EF3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2" name="Shape 100">
            <a:extLst xmlns:a="http://schemas.openxmlformats.org/drawingml/2006/main">
              <a:ext uri="{FF2B5EF4-FFF2-40B4-BE49-F238E27FC236}">
                <a16:creationId xmlns:a16="http://schemas.microsoft.com/office/drawing/2014/main" id="{239C5F9D-7D20-4167-B535-F392AB6A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3" name="Shape 101">
            <a:extLst xmlns:a="http://schemas.openxmlformats.org/drawingml/2006/main">
              <a:ext uri="{FF2B5EF4-FFF2-40B4-BE49-F238E27FC236}">
                <a16:creationId xmlns:a16="http://schemas.microsoft.com/office/drawing/2014/main" id="{EFDE51A3-AC2C-4BA1-8335-E57EBC76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4" name="Shape 102">
            <a:extLst xmlns:a="http://schemas.openxmlformats.org/drawingml/2006/main">
              <a:ext uri="{FF2B5EF4-FFF2-40B4-BE49-F238E27FC236}">
                <a16:creationId xmlns:a16="http://schemas.microsoft.com/office/drawing/2014/main" id="{7B405E7B-17CF-4618-ACC1-7491178F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5" name="Shape 103">
            <a:extLst xmlns:a="http://schemas.openxmlformats.org/drawingml/2006/main">
              <a:ext uri="{FF2B5EF4-FFF2-40B4-BE49-F238E27FC236}">
                <a16:creationId xmlns:a16="http://schemas.microsoft.com/office/drawing/2014/main" id="{4D44B645-708B-4379-B838-2EE3F67C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6" name="Shape 104">
            <a:extLst xmlns:a="http://schemas.openxmlformats.org/drawingml/2006/main">
              <a:ext uri="{FF2B5EF4-FFF2-40B4-BE49-F238E27FC236}">
                <a16:creationId xmlns:a16="http://schemas.microsoft.com/office/drawing/2014/main" id="{CF6AA634-00EE-4422-834E-D9D1EC76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7" name="Shape 105">
            <a:extLst xmlns:a="http://schemas.openxmlformats.org/drawingml/2006/main">
              <a:ext uri="{FF2B5EF4-FFF2-40B4-BE49-F238E27FC236}">
                <a16:creationId xmlns:a16="http://schemas.microsoft.com/office/drawing/2014/main" id="{1B21D47E-DFFC-4444-99B3-063BB949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8" name="Shape 106">
            <a:extLst xmlns:a="http://schemas.openxmlformats.org/drawingml/2006/main">
              <a:ext uri="{FF2B5EF4-FFF2-40B4-BE49-F238E27FC236}">
                <a16:creationId xmlns:a16="http://schemas.microsoft.com/office/drawing/2014/main" id="{48C7CFA5-D5D7-44EC-859C-64BA17E0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9" name="Shape 107">
            <a:extLst xmlns:a="http://schemas.openxmlformats.org/drawingml/2006/main">
              <a:ext uri="{FF2B5EF4-FFF2-40B4-BE49-F238E27FC236}">
                <a16:creationId xmlns:a16="http://schemas.microsoft.com/office/drawing/2014/main" id="{EFAC014F-2C06-439D-B5C3-E056BBDE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0" name="Shape 108">
            <a:extLst xmlns:a="http://schemas.openxmlformats.org/drawingml/2006/main">
              <a:ext uri="{FF2B5EF4-FFF2-40B4-BE49-F238E27FC236}">
                <a16:creationId xmlns:a16="http://schemas.microsoft.com/office/drawing/2014/main" id="{030C3FFE-D41C-4BE8-9D71-63316738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1" name="Shape 109">
            <a:extLst xmlns:a="http://schemas.openxmlformats.org/drawingml/2006/main">
              <a:ext uri="{FF2B5EF4-FFF2-40B4-BE49-F238E27FC236}">
                <a16:creationId xmlns:a16="http://schemas.microsoft.com/office/drawing/2014/main" id="{0E6EB864-57CC-433F-A8CC-1F70ECC1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2" name="Shape 110">
            <a:extLst xmlns:a="http://schemas.openxmlformats.org/drawingml/2006/main">
              <a:ext uri="{FF2B5EF4-FFF2-40B4-BE49-F238E27FC236}">
                <a16:creationId xmlns:a16="http://schemas.microsoft.com/office/drawing/2014/main" id="{742BA2F1-848E-4D27-8B9E-7C2D88CE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3" name="Shape 111">
            <a:extLst xmlns:a="http://schemas.openxmlformats.org/drawingml/2006/main">
              <a:ext uri="{FF2B5EF4-FFF2-40B4-BE49-F238E27FC236}">
                <a16:creationId xmlns:a16="http://schemas.microsoft.com/office/drawing/2014/main" id="{33BD8205-8026-4A48-A1E4-FD8D504C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4" name="Shape 112">
            <a:extLst xmlns:a="http://schemas.openxmlformats.org/drawingml/2006/main">
              <a:ext uri="{FF2B5EF4-FFF2-40B4-BE49-F238E27FC236}">
                <a16:creationId xmlns:a16="http://schemas.microsoft.com/office/drawing/2014/main" id="{8EE0B025-8B0B-414E-842F-EE18765A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5" name="Shape 113">
            <a:extLst xmlns:a="http://schemas.openxmlformats.org/drawingml/2006/main">
              <a:ext uri="{FF2B5EF4-FFF2-40B4-BE49-F238E27FC236}">
                <a16:creationId xmlns:a16="http://schemas.microsoft.com/office/drawing/2014/main" id="{88EF0D47-4411-4E89-B517-16B25BD0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6" name="Shape 114">
            <a:extLst xmlns:a="http://schemas.openxmlformats.org/drawingml/2006/main">
              <a:ext uri="{FF2B5EF4-FFF2-40B4-BE49-F238E27FC236}">
                <a16:creationId xmlns:a16="http://schemas.microsoft.com/office/drawing/2014/main" id="{AAFBA304-7D83-4F39-821B-ED631D6B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7" name="Shape 115">
            <a:extLst xmlns:a="http://schemas.openxmlformats.org/drawingml/2006/main">
              <a:ext uri="{FF2B5EF4-FFF2-40B4-BE49-F238E27FC236}">
                <a16:creationId xmlns:a16="http://schemas.microsoft.com/office/drawing/2014/main" id="{1013A969-DB22-4228-8A57-E6659F8C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8" name="Shape 116">
            <a:extLst xmlns:a="http://schemas.openxmlformats.org/drawingml/2006/main">
              <a:ext uri="{FF2B5EF4-FFF2-40B4-BE49-F238E27FC236}">
                <a16:creationId xmlns:a16="http://schemas.microsoft.com/office/drawing/2014/main" id="{D9069DD0-737C-4DD7-A385-7C1CABB3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9" name="Shape 117">
            <a:extLst xmlns:a="http://schemas.openxmlformats.org/drawingml/2006/main">
              <a:ext uri="{FF2B5EF4-FFF2-40B4-BE49-F238E27FC236}">
                <a16:creationId xmlns:a16="http://schemas.microsoft.com/office/drawing/2014/main" id="{74DAE0C6-7DC3-4837-BDE1-08F04533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0" name="Shape 118">
            <a:extLst xmlns:a="http://schemas.openxmlformats.org/drawingml/2006/main">
              <a:ext uri="{FF2B5EF4-FFF2-40B4-BE49-F238E27FC236}">
                <a16:creationId xmlns:a16="http://schemas.microsoft.com/office/drawing/2014/main" id="{66D72C3E-3772-41BF-B9FE-D59C634E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1" name="Shape 119">
            <a:extLst xmlns:a="http://schemas.openxmlformats.org/drawingml/2006/main">
              <a:ext uri="{FF2B5EF4-FFF2-40B4-BE49-F238E27FC236}">
                <a16:creationId xmlns:a16="http://schemas.microsoft.com/office/drawing/2014/main" id="{B7B7FB21-04D1-4AB1-8595-3BFBB383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2" name="Shape 120">
            <a:extLst xmlns:a="http://schemas.openxmlformats.org/drawingml/2006/main">
              <a:ext uri="{FF2B5EF4-FFF2-40B4-BE49-F238E27FC236}">
                <a16:creationId xmlns:a16="http://schemas.microsoft.com/office/drawing/2014/main" id="{C9556979-269C-4B6E-A320-B5167E32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3" name="Shape 121">
            <a:extLst xmlns:a="http://schemas.openxmlformats.org/drawingml/2006/main">
              <a:ext uri="{FF2B5EF4-FFF2-40B4-BE49-F238E27FC236}">
                <a16:creationId xmlns:a16="http://schemas.microsoft.com/office/drawing/2014/main" id="{421C359E-912B-4CCB-9863-3F05FFDD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4" name="Shape 122">
            <a:extLst xmlns:a="http://schemas.openxmlformats.org/drawingml/2006/main">
              <a:ext uri="{FF2B5EF4-FFF2-40B4-BE49-F238E27FC236}">
                <a16:creationId xmlns:a16="http://schemas.microsoft.com/office/drawing/2014/main" id="{79F2E58F-4836-417E-BE2F-ADAEEDE5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5" name="Shape 123">
            <a:extLst xmlns:a="http://schemas.openxmlformats.org/drawingml/2006/main">
              <a:ext uri="{FF2B5EF4-FFF2-40B4-BE49-F238E27FC236}">
                <a16:creationId xmlns:a16="http://schemas.microsoft.com/office/drawing/2014/main" id="{9BB38E6F-C52B-4EA0-8B49-9D886C38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6" name="Shape 124">
            <a:extLst xmlns:a="http://schemas.openxmlformats.org/drawingml/2006/main">
              <a:ext uri="{FF2B5EF4-FFF2-40B4-BE49-F238E27FC236}">
                <a16:creationId xmlns:a16="http://schemas.microsoft.com/office/drawing/2014/main" id="{E24C2E2E-1380-4059-91CE-392FC21C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7" name="Shape 125">
            <a:extLst xmlns:a="http://schemas.openxmlformats.org/drawingml/2006/main">
              <a:ext uri="{FF2B5EF4-FFF2-40B4-BE49-F238E27FC236}">
                <a16:creationId xmlns:a16="http://schemas.microsoft.com/office/drawing/2014/main" id="{BA18CB75-CF30-4A80-9855-52A1B8AD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8" name="Shape 126">
            <a:extLst xmlns:a="http://schemas.openxmlformats.org/drawingml/2006/main">
              <a:ext uri="{FF2B5EF4-FFF2-40B4-BE49-F238E27FC236}">
                <a16:creationId xmlns:a16="http://schemas.microsoft.com/office/drawing/2014/main" id="{9004D67E-B350-425F-9A5C-3A74A9B8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9" name="Shape 127">
            <a:extLst xmlns:a="http://schemas.openxmlformats.org/drawingml/2006/main">
              <a:ext uri="{FF2B5EF4-FFF2-40B4-BE49-F238E27FC236}">
                <a16:creationId xmlns:a16="http://schemas.microsoft.com/office/drawing/2014/main" id="{E16BD1ED-D537-449D-BD47-2FBC3056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0" name="Shape 128">
            <a:extLst xmlns:a="http://schemas.openxmlformats.org/drawingml/2006/main">
              <a:ext uri="{FF2B5EF4-FFF2-40B4-BE49-F238E27FC236}">
                <a16:creationId xmlns:a16="http://schemas.microsoft.com/office/drawing/2014/main" id="{734B7F22-1CB8-4169-8998-CEC361A2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1" name="Shape 129">
            <a:extLst xmlns:a="http://schemas.openxmlformats.org/drawingml/2006/main">
              <a:ext uri="{FF2B5EF4-FFF2-40B4-BE49-F238E27FC236}">
                <a16:creationId xmlns:a16="http://schemas.microsoft.com/office/drawing/2014/main" id="{D9EF34B1-8E51-45C9-A54A-B278B415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2" name="Shape 130">
            <a:extLst xmlns:a="http://schemas.openxmlformats.org/drawingml/2006/main">
              <a:ext uri="{FF2B5EF4-FFF2-40B4-BE49-F238E27FC236}">
                <a16:creationId xmlns:a16="http://schemas.microsoft.com/office/drawing/2014/main" id="{CD32C8B5-BE78-42C4-9EB5-D81DFA6C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3" name="Shape 131">
            <a:extLst xmlns:a="http://schemas.openxmlformats.org/drawingml/2006/main">
              <a:ext uri="{FF2B5EF4-FFF2-40B4-BE49-F238E27FC236}">
                <a16:creationId xmlns:a16="http://schemas.microsoft.com/office/drawing/2014/main" id="{A0F53E05-DCDB-40DD-8E4C-B16F6BDD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4" name="Shape 132">
            <a:extLst xmlns:a="http://schemas.openxmlformats.org/drawingml/2006/main">
              <a:ext uri="{FF2B5EF4-FFF2-40B4-BE49-F238E27FC236}">
                <a16:creationId xmlns:a16="http://schemas.microsoft.com/office/drawing/2014/main" id="{2AEC0035-72A1-4369-85E1-7B313E62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5" name="Shape 133">
            <a:extLst xmlns:a="http://schemas.openxmlformats.org/drawingml/2006/main">
              <a:ext uri="{FF2B5EF4-FFF2-40B4-BE49-F238E27FC236}">
                <a16:creationId xmlns:a16="http://schemas.microsoft.com/office/drawing/2014/main" id="{30D30EBF-79A8-4981-A7B4-1CCE94EF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6" name="Shape 134">
            <a:extLst xmlns:a="http://schemas.openxmlformats.org/drawingml/2006/main">
              <a:ext uri="{FF2B5EF4-FFF2-40B4-BE49-F238E27FC236}">
                <a16:creationId xmlns:a16="http://schemas.microsoft.com/office/drawing/2014/main" id="{4E6FF984-7F84-46EF-900C-76EB30B9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7" name="Shape 135">
            <a:extLst xmlns:a="http://schemas.openxmlformats.org/drawingml/2006/main">
              <a:ext uri="{FF2B5EF4-FFF2-40B4-BE49-F238E27FC236}">
                <a16:creationId xmlns:a16="http://schemas.microsoft.com/office/drawing/2014/main" id="{17700764-8D53-4E4D-B394-1993F4E7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8" name="Shape 136">
            <a:extLst xmlns:a="http://schemas.openxmlformats.org/drawingml/2006/main">
              <a:ext uri="{FF2B5EF4-FFF2-40B4-BE49-F238E27FC236}">
                <a16:creationId xmlns:a16="http://schemas.microsoft.com/office/drawing/2014/main" id="{C2F58A04-1978-4BA6-922F-703318AA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9" name="Shape 137">
            <a:extLst xmlns:a="http://schemas.openxmlformats.org/drawingml/2006/main">
              <a:ext uri="{FF2B5EF4-FFF2-40B4-BE49-F238E27FC236}">
                <a16:creationId xmlns:a16="http://schemas.microsoft.com/office/drawing/2014/main" id="{DAB1A9F1-A4D0-4AE3-A2E4-BFF2284A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0" name="Shape 138">
            <a:extLst xmlns:a="http://schemas.openxmlformats.org/drawingml/2006/main">
              <a:ext uri="{FF2B5EF4-FFF2-40B4-BE49-F238E27FC236}">
                <a16:creationId xmlns:a16="http://schemas.microsoft.com/office/drawing/2014/main" id="{5B464FDC-C07C-4A67-B44C-4E836284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1" name="Shape 139">
            <a:extLst xmlns:a="http://schemas.openxmlformats.org/drawingml/2006/main">
              <a:ext uri="{FF2B5EF4-FFF2-40B4-BE49-F238E27FC236}">
                <a16:creationId xmlns:a16="http://schemas.microsoft.com/office/drawing/2014/main" id="{6A4FA87F-9D2D-43AB-8147-32ED7F79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2" name="Shape 140">
            <a:extLst xmlns:a="http://schemas.openxmlformats.org/drawingml/2006/main">
              <a:ext uri="{FF2B5EF4-FFF2-40B4-BE49-F238E27FC236}">
                <a16:creationId xmlns:a16="http://schemas.microsoft.com/office/drawing/2014/main" id="{0CA0DD19-40F8-4762-A53B-A149EB6F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3" name="Shape 141">
            <a:extLst xmlns:a="http://schemas.openxmlformats.org/drawingml/2006/main">
              <a:ext uri="{FF2B5EF4-FFF2-40B4-BE49-F238E27FC236}">
                <a16:creationId xmlns:a16="http://schemas.microsoft.com/office/drawing/2014/main" id="{E5C9A92C-2A47-4743-9561-BE2B708E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4" name="Shape 142">
            <a:extLst xmlns:a="http://schemas.openxmlformats.org/drawingml/2006/main">
              <a:ext uri="{FF2B5EF4-FFF2-40B4-BE49-F238E27FC236}">
                <a16:creationId xmlns:a16="http://schemas.microsoft.com/office/drawing/2014/main" id="{47E6CB50-9E9A-4D79-9FE0-DC988339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5" name="Shape 143">
            <a:extLst xmlns:a="http://schemas.openxmlformats.org/drawingml/2006/main">
              <a:ext uri="{FF2B5EF4-FFF2-40B4-BE49-F238E27FC236}">
                <a16:creationId xmlns:a16="http://schemas.microsoft.com/office/drawing/2014/main" id="{E6B8DE02-40E6-4682-8382-843FA145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6" name="Shape 144">
            <a:extLst xmlns:a="http://schemas.openxmlformats.org/drawingml/2006/main">
              <a:ext uri="{FF2B5EF4-FFF2-40B4-BE49-F238E27FC236}">
                <a16:creationId xmlns:a16="http://schemas.microsoft.com/office/drawing/2014/main" id="{42795303-4037-4CAA-9582-F0293AE7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7" name="Shape 145">
            <a:extLst xmlns:a="http://schemas.openxmlformats.org/drawingml/2006/main">
              <a:ext uri="{FF2B5EF4-FFF2-40B4-BE49-F238E27FC236}">
                <a16:creationId xmlns:a16="http://schemas.microsoft.com/office/drawing/2014/main" id="{B06C6CC6-F6AE-4474-9866-0B7D9ED6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8" name="Shape 146">
            <a:extLst xmlns:a="http://schemas.openxmlformats.org/drawingml/2006/main">
              <a:ext uri="{FF2B5EF4-FFF2-40B4-BE49-F238E27FC236}">
                <a16:creationId xmlns:a16="http://schemas.microsoft.com/office/drawing/2014/main" id="{F5C512B2-B659-423E-BBF0-44B7ECFF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9" name="Shape 147">
            <a:extLst xmlns:a="http://schemas.openxmlformats.org/drawingml/2006/main">
              <a:ext uri="{FF2B5EF4-FFF2-40B4-BE49-F238E27FC236}">
                <a16:creationId xmlns:a16="http://schemas.microsoft.com/office/drawing/2014/main" id="{2B57373F-C612-40C5-8D6A-DA8B8366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0" name="Shape 148">
            <a:extLst xmlns:a="http://schemas.openxmlformats.org/drawingml/2006/main">
              <a:ext uri="{FF2B5EF4-FFF2-40B4-BE49-F238E27FC236}">
                <a16:creationId xmlns:a16="http://schemas.microsoft.com/office/drawing/2014/main" id="{CB42562F-15E9-4F93-9E29-AA7EB020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1" name="Shape 149">
            <a:extLst xmlns:a="http://schemas.openxmlformats.org/drawingml/2006/main">
              <a:ext uri="{FF2B5EF4-FFF2-40B4-BE49-F238E27FC236}">
                <a16:creationId xmlns:a16="http://schemas.microsoft.com/office/drawing/2014/main" id="{210AB109-2BAB-435E-BFDA-4C8B40FB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2" name="Shape 150">
            <a:extLst xmlns:a="http://schemas.openxmlformats.org/drawingml/2006/main">
              <a:ext uri="{FF2B5EF4-FFF2-40B4-BE49-F238E27FC236}">
                <a16:creationId xmlns:a16="http://schemas.microsoft.com/office/drawing/2014/main" id="{91BCF553-9AA3-4018-82DB-43E66FE6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3" name="Shape 151">
            <a:extLst xmlns:a="http://schemas.openxmlformats.org/drawingml/2006/main">
              <a:ext uri="{FF2B5EF4-FFF2-40B4-BE49-F238E27FC236}">
                <a16:creationId xmlns:a16="http://schemas.microsoft.com/office/drawing/2014/main" id="{155528E4-F02C-46DE-ADBC-6700F92F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4" name="Shape 152">
            <a:extLst xmlns:a="http://schemas.openxmlformats.org/drawingml/2006/main">
              <a:ext uri="{FF2B5EF4-FFF2-40B4-BE49-F238E27FC236}">
                <a16:creationId xmlns:a16="http://schemas.microsoft.com/office/drawing/2014/main" id="{7312FB63-ABF1-434E-A9BD-5BE4290F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5" name="Shape 153">
            <a:extLst xmlns:a="http://schemas.openxmlformats.org/drawingml/2006/main">
              <a:ext uri="{FF2B5EF4-FFF2-40B4-BE49-F238E27FC236}">
                <a16:creationId xmlns:a16="http://schemas.microsoft.com/office/drawing/2014/main" id="{989CC647-F848-4C3D-AD83-1290F9B5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6" name="Shape 154">
            <a:extLst xmlns:a="http://schemas.openxmlformats.org/drawingml/2006/main">
              <a:ext uri="{FF2B5EF4-FFF2-40B4-BE49-F238E27FC236}">
                <a16:creationId xmlns:a16="http://schemas.microsoft.com/office/drawing/2014/main" id="{3EC6113A-EE06-4DC6-9A1A-EF58AE68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7" name="Shape 155">
            <a:extLst xmlns:a="http://schemas.openxmlformats.org/drawingml/2006/main">
              <a:ext uri="{FF2B5EF4-FFF2-40B4-BE49-F238E27FC236}">
                <a16:creationId xmlns:a16="http://schemas.microsoft.com/office/drawing/2014/main" id="{303427F5-76B9-4934-BE35-AD3EA0EA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8" name="Shape 156">
            <a:extLst xmlns:a="http://schemas.openxmlformats.org/drawingml/2006/main">
              <a:ext uri="{FF2B5EF4-FFF2-40B4-BE49-F238E27FC236}">
                <a16:creationId xmlns:a16="http://schemas.microsoft.com/office/drawing/2014/main" id="{FF0096B0-1AAB-474F-8A3B-41D90175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9" name="Shape 157">
            <a:extLst xmlns:a="http://schemas.openxmlformats.org/drawingml/2006/main">
              <a:ext uri="{FF2B5EF4-FFF2-40B4-BE49-F238E27FC236}">
                <a16:creationId xmlns:a16="http://schemas.microsoft.com/office/drawing/2014/main" id="{B1E586F5-75DF-41C3-AA03-10DCF3F6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0" name="Shape 158">
            <a:extLst xmlns:a="http://schemas.openxmlformats.org/drawingml/2006/main">
              <a:ext uri="{FF2B5EF4-FFF2-40B4-BE49-F238E27FC236}">
                <a16:creationId xmlns:a16="http://schemas.microsoft.com/office/drawing/2014/main" id="{C6529DA0-E4D6-4236-B877-D6FD4BC6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1" name="Shape 159">
            <a:extLst xmlns:a="http://schemas.openxmlformats.org/drawingml/2006/main">
              <a:ext uri="{FF2B5EF4-FFF2-40B4-BE49-F238E27FC236}">
                <a16:creationId xmlns:a16="http://schemas.microsoft.com/office/drawing/2014/main" id="{13527C6B-CA37-4C79-8E5A-9507F882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2" name="Shape 160">
            <a:extLst xmlns:a="http://schemas.openxmlformats.org/drawingml/2006/main">
              <a:ext uri="{FF2B5EF4-FFF2-40B4-BE49-F238E27FC236}">
                <a16:creationId xmlns:a16="http://schemas.microsoft.com/office/drawing/2014/main" id="{738813E6-050F-4081-97EA-E52851C8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3" name="Shape 161">
            <a:extLst xmlns:a="http://schemas.openxmlformats.org/drawingml/2006/main">
              <a:ext uri="{FF2B5EF4-FFF2-40B4-BE49-F238E27FC236}">
                <a16:creationId xmlns:a16="http://schemas.microsoft.com/office/drawing/2014/main" id="{E3643F8F-39AC-43EF-A58C-F959188F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4" name="Shape 162">
            <a:extLst xmlns:a="http://schemas.openxmlformats.org/drawingml/2006/main">
              <a:ext uri="{FF2B5EF4-FFF2-40B4-BE49-F238E27FC236}">
                <a16:creationId xmlns:a16="http://schemas.microsoft.com/office/drawing/2014/main" id="{C7782E87-9C3C-4873-B8A4-44118809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5" name="Shape 163">
            <a:extLst xmlns:a="http://schemas.openxmlformats.org/drawingml/2006/main">
              <a:ext uri="{FF2B5EF4-FFF2-40B4-BE49-F238E27FC236}">
                <a16:creationId xmlns:a16="http://schemas.microsoft.com/office/drawing/2014/main" id="{56C4AB4E-0579-4571-A344-9F8DD7F2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6" name="Shape 164">
            <a:extLst xmlns:a="http://schemas.openxmlformats.org/drawingml/2006/main">
              <a:ext uri="{FF2B5EF4-FFF2-40B4-BE49-F238E27FC236}">
                <a16:creationId xmlns:a16="http://schemas.microsoft.com/office/drawing/2014/main" id="{99BF2C19-A167-49F9-9E0B-EED71AE6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7" name="Shape 165">
            <a:extLst xmlns:a="http://schemas.openxmlformats.org/drawingml/2006/main">
              <a:ext uri="{FF2B5EF4-FFF2-40B4-BE49-F238E27FC236}">
                <a16:creationId xmlns:a16="http://schemas.microsoft.com/office/drawing/2014/main" id="{E3100230-98C6-4253-A81A-B18ED1C5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8" name="Shape 166">
            <a:extLst xmlns:a="http://schemas.openxmlformats.org/drawingml/2006/main">
              <a:ext uri="{FF2B5EF4-FFF2-40B4-BE49-F238E27FC236}">
                <a16:creationId xmlns:a16="http://schemas.microsoft.com/office/drawing/2014/main" id="{AC699B07-0093-4CA3-8775-C5DE8145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9" name="Shape 167">
            <a:extLst xmlns:a="http://schemas.openxmlformats.org/drawingml/2006/main">
              <a:ext uri="{FF2B5EF4-FFF2-40B4-BE49-F238E27FC236}">
                <a16:creationId xmlns:a16="http://schemas.microsoft.com/office/drawing/2014/main" id="{724A796F-90C2-4B25-AAAE-8D3694F5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0" name="Shape 168">
            <a:extLst xmlns:a="http://schemas.openxmlformats.org/drawingml/2006/main">
              <a:ext uri="{FF2B5EF4-FFF2-40B4-BE49-F238E27FC236}">
                <a16:creationId xmlns:a16="http://schemas.microsoft.com/office/drawing/2014/main" id="{EBACD7DC-3A61-4341-BA99-9731206C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1" name="Shape 169">
            <a:extLst xmlns:a="http://schemas.openxmlformats.org/drawingml/2006/main">
              <a:ext uri="{FF2B5EF4-FFF2-40B4-BE49-F238E27FC236}">
                <a16:creationId xmlns:a16="http://schemas.microsoft.com/office/drawing/2014/main" id="{932EAB91-6065-4156-B1DA-93C74614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2" name="Shape 170">
            <a:extLst xmlns:a="http://schemas.openxmlformats.org/drawingml/2006/main">
              <a:ext uri="{FF2B5EF4-FFF2-40B4-BE49-F238E27FC236}">
                <a16:creationId xmlns:a16="http://schemas.microsoft.com/office/drawing/2014/main" id="{B1731390-AD97-42F8-9C0F-79195C59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3" name="Shape 171">
            <a:extLst xmlns:a="http://schemas.openxmlformats.org/drawingml/2006/main">
              <a:ext uri="{FF2B5EF4-FFF2-40B4-BE49-F238E27FC236}">
                <a16:creationId xmlns:a16="http://schemas.microsoft.com/office/drawing/2014/main" id="{01E1654F-4F76-4473-9F85-3D7725D6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4" name="Shape 172">
            <a:extLst xmlns:a="http://schemas.openxmlformats.org/drawingml/2006/main">
              <a:ext uri="{FF2B5EF4-FFF2-40B4-BE49-F238E27FC236}">
                <a16:creationId xmlns:a16="http://schemas.microsoft.com/office/drawing/2014/main" id="{255D89F0-4030-4941-A8B6-0EF05957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5" name="Shape 173">
            <a:extLst xmlns:a="http://schemas.openxmlformats.org/drawingml/2006/main">
              <a:ext uri="{FF2B5EF4-FFF2-40B4-BE49-F238E27FC236}">
                <a16:creationId xmlns:a16="http://schemas.microsoft.com/office/drawing/2014/main" id="{79BE4616-9AC0-49EA-8E32-C261F58B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6" name="Shape 174">
            <a:extLst xmlns:a="http://schemas.openxmlformats.org/drawingml/2006/main">
              <a:ext uri="{FF2B5EF4-FFF2-40B4-BE49-F238E27FC236}">
                <a16:creationId xmlns:a16="http://schemas.microsoft.com/office/drawing/2014/main" id="{C5E94D02-EA1D-4D43-8AD2-16F6BC5D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7" name="Shape 175">
            <a:extLst xmlns:a="http://schemas.openxmlformats.org/drawingml/2006/main">
              <a:ext uri="{FF2B5EF4-FFF2-40B4-BE49-F238E27FC236}">
                <a16:creationId xmlns:a16="http://schemas.microsoft.com/office/drawing/2014/main" id="{120AFF75-7D24-47A3-A1F6-5BAB067A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8" name="Shape 176">
            <a:extLst xmlns:a="http://schemas.openxmlformats.org/drawingml/2006/main">
              <a:ext uri="{FF2B5EF4-FFF2-40B4-BE49-F238E27FC236}">
                <a16:creationId xmlns:a16="http://schemas.microsoft.com/office/drawing/2014/main" id="{D1BA8558-7D60-46CF-85E0-FCE21E9E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9" name="Shape 177">
            <a:extLst xmlns:a="http://schemas.openxmlformats.org/drawingml/2006/main">
              <a:ext uri="{FF2B5EF4-FFF2-40B4-BE49-F238E27FC236}">
                <a16:creationId xmlns:a16="http://schemas.microsoft.com/office/drawing/2014/main" id="{108F1FD6-C4BD-4B25-AC91-0C3D817B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0" name="Shape 178">
            <a:extLst xmlns:a="http://schemas.openxmlformats.org/drawingml/2006/main">
              <a:ext uri="{FF2B5EF4-FFF2-40B4-BE49-F238E27FC236}">
                <a16:creationId xmlns:a16="http://schemas.microsoft.com/office/drawing/2014/main" id="{EFE28C2C-33EA-442A-A7EB-79E5AE7B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1" name="Shape 179">
            <a:extLst xmlns:a="http://schemas.openxmlformats.org/drawingml/2006/main">
              <a:ext uri="{FF2B5EF4-FFF2-40B4-BE49-F238E27FC236}">
                <a16:creationId xmlns:a16="http://schemas.microsoft.com/office/drawing/2014/main" id="{40D85163-9676-45AF-A147-A7D6DB36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2" name="Shape 180">
            <a:extLst xmlns:a="http://schemas.openxmlformats.org/drawingml/2006/main">
              <a:ext uri="{FF2B5EF4-FFF2-40B4-BE49-F238E27FC236}">
                <a16:creationId xmlns:a16="http://schemas.microsoft.com/office/drawing/2014/main" id="{4CEC8F70-3671-4B58-BC38-778EBCBE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3" name="Shape 181">
            <a:extLst xmlns:a="http://schemas.openxmlformats.org/drawingml/2006/main">
              <a:ext uri="{FF2B5EF4-FFF2-40B4-BE49-F238E27FC236}">
                <a16:creationId xmlns:a16="http://schemas.microsoft.com/office/drawing/2014/main" id="{F2F81652-61D2-4CEC-AB26-A267729A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4" name="Shape 182">
            <a:extLst xmlns:a="http://schemas.openxmlformats.org/drawingml/2006/main">
              <a:ext uri="{FF2B5EF4-FFF2-40B4-BE49-F238E27FC236}">
                <a16:creationId xmlns:a16="http://schemas.microsoft.com/office/drawing/2014/main" id="{4E6C73BB-80C0-4A24-847F-4441981B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5" name="Shape 183">
            <a:extLst xmlns:a="http://schemas.openxmlformats.org/drawingml/2006/main">
              <a:ext uri="{FF2B5EF4-FFF2-40B4-BE49-F238E27FC236}">
                <a16:creationId xmlns:a16="http://schemas.microsoft.com/office/drawing/2014/main" id="{D42C3506-865A-44B6-A30E-22F19A0E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6" name="Shape 184">
            <a:extLst xmlns:a="http://schemas.openxmlformats.org/drawingml/2006/main">
              <a:ext uri="{FF2B5EF4-FFF2-40B4-BE49-F238E27FC236}">
                <a16:creationId xmlns:a16="http://schemas.microsoft.com/office/drawing/2014/main" id="{6658590E-43DB-4508-BCEA-CAB7EE9F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7" name="Shape 185">
            <a:extLst xmlns:a="http://schemas.openxmlformats.org/drawingml/2006/main">
              <a:ext uri="{FF2B5EF4-FFF2-40B4-BE49-F238E27FC236}">
                <a16:creationId xmlns:a16="http://schemas.microsoft.com/office/drawing/2014/main" id="{F6B81A51-68D8-4F5E-BE74-8777C825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8" name="Shape 186">
            <a:extLst xmlns:a="http://schemas.openxmlformats.org/drawingml/2006/main">
              <a:ext uri="{FF2B5EF4-FFF2-40B4-BE49-F238E27FC236}">
                <a16:creationId xmlns:a16="http://schemas.microsoft.com/office/drawing/2014/main" id="{7C224C95-65F7-49B8-AEFB-1ADDE259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9" name="Shape 187">
            <a:extLst xmlns:a="http://schemas.openxmlformats.org/drawingml/2006/main">
              <a:ext uri="{FF2B5EF4-FFF2-40B4-BE49-F238E27FC236}">
                <a16:creationId xmlns:a16="http://schemas.microsoft.com/office/drawing/2014/main" id="{A65DCB4D-5576-46BB-B026-4E1B9C66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0" name="Shape 188">
            <a:extLst xmlns:a="http://schemas.openxmlformats.org/drawingml/2006/main">
              <a:ext uri="{FF2B5EF4-FFF2-40B4-BE49-F238E27FC236}">
                <a16:creationId xmlns:a16="http://schemas.microsoft.com/office/drawing/2014/main" id="{95AD6009-2FA6-4956-B6EE-3656BFDB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1" name="Shape 189">
            <a:extLst xmlns:a="http://schemas.openxmlformats.org/drawingml/2006/main">
              <a:ext uri="{FF2B5EF4-FFF2-40B4-BE49-F238E27FC236}">
                <a16:creationId xmlns:a16="http://schemas.microsoft.com/office/drawing/2014/main" id="{B6F5620B-43DB-4FB3-B7C8-D838A249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2" name="Shape 190">
            <a:extLst xmlns:a="http://schemas.openxmlformats.org/drawingml/2006/main">
              <a:ext uri="{FF2B5EF4-FFF2-40B4-BE49-F238E27FC236}">
                <a16:creationId xmlns:a16="http://schemas.microsoft.com/office/drawing/2014/main" id="{5A0940B8-A42E-4682-ABC5-92975264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3" name="Shape 191">
            <a:extLst xmlns:a="http://schemas.openxmlformats.org/drawingml/2006/main">
              <a:ext uri="{FF2B5EF4-FFF2-40B4-BE49-F238E27FC236}">
                <a16:creationId xmlns:a16="http://schemas.microsoft.com/office/drawing/2014/main" id="{B9F8B914-87EC-4BE8-BF5B-299F5A44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4" name="Shape 192">
            <a:extLst xmlns:a="http://schemas.openxmlformats.org/drawingml/2006/main">
              <a:ext uri="{FF2B5EF4-FFF2-40B4-BE49-F238E27FC236}">
                <a16:creationId xmlns:a16="http://schemas.microsoft.com/office/drawing/2014/main" id="{76E40596-7265-4E5A-A042-A0A996BA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5" name="Shape 193">
            <a:extLst xmlns:a="http://schemas.openxmlformats.org/drawingml/2006/main">
              <a:ext uri="{FF2B5EF4-FFF2-40B4-BE49-F238E27FC236}">
                <a16:creationId xmlns:a16="http://schemas.microsoft.com/office/drawing/2014/main" id="{8AC3F9FD-3ED3-4A9A-B953-A6F5A138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6" name="Shape 194">
            <a:extLst xmlns:a="http://schemas.openxmlformats.org/drawingml/2006/main">
              <a:ext uri="{FF2B5EF4-FFF2-40B4-BE49-F238E27FC236}">
                <a16:creationId xmlns:a16="http://schemas.microsoft.com/office/drawing/2014/main" id="{38728382-E34F-4A85-B814-DFC10A10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7" name="Shape 195">
            <a:extLst xmlns:a="http://schemas.openxmlformats.org/drawingml/2006/main">
              <a:ext uri="{FF2B5EF4-FFF2-40B4-BE49-F238E27FC236}">
                <a16:creationId xmlns:a16="http://schemas.microsoft.com/office/drawing/2014/main" id="{EB545E68-ECE7-4B3D-A4FD-26BF820E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8" name="Shape 196">
            <a:extLst xmlns:a="http://schemas.openxmlformats.org/drawingml/2006/main">
              <a:ext uri="{FF2B5EF4-FFF2-40B4-BE49-F238E27FC236}">
                <a16:creationId xmlns:a16="http://schemas.microsoft.com/office/drawing/2014/main" id="{1DDCE359-156B-45A4-8416-1FE4E98C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9" name="Shape 197">
            <a:extLst xmlns:a="http://schemas.openxmlformats.org/drawingml/2006/main">
              <a:ext uri="{FF2B5EF4-FFF2-40B4-BE49-F238E27FC236}">
                <a16:creationId xmlns:a16="http://schemas.microsoft.com/office/drawing/2014/main" id="{939BDFF5-9B66-4948-886D-01BA8BF7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0" name="Shape 198">
            <a:extLst xmlns:a="http://schemas.openxmlformats.org/drawingml/2006/main">
              <a:ext uri="{FF2B5EF4-FFF2-40B4-BE49-F238E27FC236}">
                <a16:creationId xmlns:a16="http://schemas.microsoft.com/office/drawing/2014/main" id="{2A2A8EFD-0F7D-4F3F-A034-95055D76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1" name="Shape 199">
            <a:extLst xmlns:a="http://schemas.openxmlformats.org/drawingml/2006/main">
              <a:ext uri="{FF2B5EF4-FFF2-40B4-BE49-F238E27FC236}">
                <a16:creationId xmlns:a16="http://schemas.microsoft.com/office/drawing/2014/main" id="{E96CA45C-BC15-4931-98E1-CE0F2926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2" name="Shape 200">
            <a:extLst xmlns:a="http://schemas.openxmlformats.org/drawingml/2006/main">
              <a:ext uri="{FF2B5EF4-FFF2-40B4-BE49-F238E27FC236}">
                <a16:creationId xmlns:a16="http://schemas.microsoft.com/office/drawing/2014/main" id="{91FC45D7-007D-4478-8B4E-953DBE1D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3" name="Shape 201">
            <a:extLst xmlns:a="http://schemas.openxmlformats.org/drawingml/2006/main">
              <a:ext uri="{FF2B5EF4-FFF2-40B4-BE49-F238E27FC236}">
                <a16:creationId xmlns:a16="http://schemas.microsoft.com/office/drawing/2014/main" id="{35EE048C-6A1B-41A9-8B22-9F9CE81C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4" name="Shape 202">
            <a:extLst xmlns:a="http://schemas.openxmlformats.org/drawingml/2006/main">
              <a:ext uri="{FF2B5EF4-FFF2-40B4-BE49-F238E27FC236}">
                <a16:creationId xmlns:a16="http://schemas.microsoft.com/office/drawing/2014/main" id="{CB3BADBC-7A1A-4C04-85A9-6B202317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5" name="Shape 203">
            <a:extLst xmlns:a="http://schemas.openxmlformats.org/drawingml/2006/main">
              <a:ext uri="{FF2B5EF4-FFF2-40B4-BE49-F238E27FC236}">
                <a16:creationId xmlns:a16="http://schemas.microsoft.com/office/drawing/2014/main" id="{424ED6F0-874C-4CF6-8F13-8A11A147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6" name="Shape 204">
            <a:extLst xmlns:a="http://schemas.openxmlformats.org/drawingml/2006/main">
              <a:ext uri="{FF2B5EF4-FFF2-40B4-BE49-F238E27FC236}">
                <a16:creationId xmlns:a16="http://schemas.microsoft.com/office/drawing/2014/main" id="{609EA123-7AFC-4F7A-8D47-47C17D14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7" name="Shape 205">
            <a:extLst xmlns:a="http://schemas.openxmlformats.org/drawingml/2006/main">
              <a:ext uri="{FF2B5EF4-FFF2-40B4-BE49-F238E27FC236}">
                <a16:creationId xmlns:a16="http://schemas.microsoft.com/office/drawing/2014/main" id="{51D5DB8A-7B6B-45CF-9578-DD201DDD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8" name="Shape 206">
            <a:extLst xmlns:a="http://schemas.openxmlformats.org/drawingml/2006/main">
              <a:ext uri="{FF2B5EF4-FFF2-40B4-BE49-F238E27FC236}">
                <a16:creationId xmlns:a16="http://schemas.microsoft.com/office/drawing/2014/main" id="{90F60635-3731-40B3-95F2-FFCCDB1B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9" name="Shape 207">
            <a:extLst xmlns:a="http://schemas.openxmlformats.org/drawingml/2006/main">
              <a:ext uri="{FF2B5EF4-FFF2-40B4-BE49-F238E27FC236}">
                <a16:creationId xmlns:a16="http://schemas.microsoft.com/office/drawing/2014/main" id="{9DC7AF12-B59D-4DB7-BCD2-2822AB02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0" name="Shape 208">
            <a:extLst xmlns:a="http://schemas.openxmlformats.org/drawingml/2006/main">
              <a:ext uri="{FF2B5EF4-FFF2-40B4-BE49-F238E27FC236}">
                <a16:creationId xmlns:a16="http://schemas.microsoft.com/office/drawing/2014/main" id="{207A474D-332B-419B-975A-08DB637C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1" name="Shape 209">
            <a:extLst xmlns:a="http://schemas.openxmlformats.org/drawingml/2006/main">
              <a:ext uri="{FF2B5EF4-FFF2-40B4-BE49-F238E27FC236}">
                <a16:creationId xmlns:a16="http://schemas.microsoft.com/office/drawing/2014/main" id="{512378FB-821A-400C-B5F4-6EBA1E1D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2" name="Shape 210">
            <a:extLst xmlns:a="http://schemas.openxmlformats.org/drawingml/2006/main">
              <a:ext uri="{FF2B5EF4-FFF2-40B4-BE49-F238E27FC236}">
                <a16:creationId xmlns:a16="http://schemas.microsoft.com/office/drawing/2014/main" id="{94C2FABC-230F-4EAC-8226-072CBC7D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3" name="Shape 211">
            <a:extLst xmlns:a="http://schemas.openxmlformats.org/drawingml/2006/main">
              <a:ext uri="{FF2B5EF4-FFF2-40B4-BE49-F238E27FC236}">
                <a16:creationId xmlns:a16="http://schemas.microsoft.com/office/drawing/2014/main" id="{49E6A355-49C5-45AB-B920-13EEEA31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4" name="Shape 212">
            <a:extLst xmlns:a="http://schemas.openxmlformats.org/drawingml/2006/main">
              <a:ext uri="{FF2B5EF4-FFF2-40B4-BE49-F238E27FC236}">
                <a16:creationId xmlns:a16="http://schemas.microsoft.com/office/drawing/2014/main" id="{3048A2F0-BEBB-4431-805A-5008A1E3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5" name="Shape 213">
            <a:extLst xmlns:a="http://schemas.openxmlformats.org/drawingml/2006/main">
              <a:ext uri="{FF2B5EF4-FFF2-40B4-BE49-F238E27FC236}">
                <a16:creationId xmlns:a16="http://schemas.microsoft.com/office/drawing/2014/main" id="{3DD85CFD-E965-477D-B920-F4AD429A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6" name="Shape 214">
            <a:extLst xmlns:a="http://schemas.openxmlformats.org/drawingml/2006/main">
              <a:ext uri="{FF2B5EF4-FFF2-40B4-BE49-F238E27FC236}">
                <a16:creationId xmlns:a16="http://schemas.microsoft.com/office/drawing/2014/main" id="{185F56FD-3BEB-4B4F-AAD7-E69C9668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7" name="Shape 215">
            <a:extLst xmlns:a="http://schemas.openxmlformats.org/drawingml/2006/main">
              <a:ext uri="{FF2B5EF4-FFF2-40B4-BE49-F238E27FC236}">
                <a16:creationId xmlns:a16="http://schemas.microsoft.com/office/drawing/2014/main" id="{A9773CA1-47E8-4A78-8B8E-2AE7E7DA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8" name="Shape 216">
            <a:extLst xmlns:a="http://schemas.openxmlformats.org/drawingml/2006/main">
              <a:ext uri="{FF2B5EF4-FFF2-40B4-BE49-F238E27FC236}">
                <a16:creationId xmlns:a16="http://schemas.microsoft.com/office/drawing/2014/main" id="{F2266C34-5691-4FD4-AFF5-C11D4807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9" name="Shape 217">
            <a:extLst xmlns:a="http://schemas.openxmlformats.org/drawingml/2006/main">
              <a:ext uri="{FF2B5EF4-FFF2-40B4-BE49-F238E27FC236}">
                <a16:creationId xmlns:a16="http://schemas.microsoft.com/office/drawing/2014/main" id="{AAA84522-2FE8-40FB-8301-087B6F19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0" name="Shape 218">
            <a:extLst xmlns:a="http://schemas.openxmlformats.org/drawingml/2006/main">
              <a:ext uri="{FF2B5EF4-FFF2-40B4-BE49-F238E27FC236}">
                <a16:creationId xmlns:a16="http://schemas.microsoft.com/office/drawing/2014/main" id="{DCF3F59F-76A6-4205-9AA8-307A9E9B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1" name="Shape 219">
            <a:extLst xmlns:a="http://schemas.openxmlformats.org/drawingml/2006/main">
              <a:ext uri="{FF2B5EF4-FFF2-40B4-BE49-F238E27FC236}">
                <a16:creationId xmlns:a16="http://schemas.microsoft.com/office/drawing/2014/main" id="{D9547F64-5D46-41B0-89A4-09BC9379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2" name="Shape 220">
            <a:extLst xmlns:a="http://schemas.openxmlformats.org/drawingml/2006/main">
              <a:ext uri="{FF2B5EF4-FFF2-40B4-BE49-F238E27FC236}">
                <a16:creationId xmlns:a16="http://schemas.microsoft.com/office/drawing/2014/main" id="{D9378774-45D3-4CC8-AB86-1C789B62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3" name="Shape 221">
            <a:extLst xmlns:a="http://schemas.openxmlformats.org/drawingml/2006/main">
              <a:ext uri="{FF2B5EF4-FFF2-40B4-BE49-F238E27FC236}">
                <a16:creationId xmlns:a16="http://schemas.microsoft.com/office/drawing/2014/main" id="{603615A9-0749-4ECF-90F6-1F1CCB71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4" name="Shape 222">
            <a:extLst xmlns:a="http://schemas.openxmlformats.org/drawingml/2006/main">
              <a:ext uri="{FF2B5EF4-FFF2-40B4-BE49-F238E27FC236}">
                <a16:creationId xmlns:a16="http://schemas.microsoft.com/office/drawing/2014/main" id="{1E111B6D-CC5B-4159-AEAD-9A674277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5" name="Shape 223">
            <a:extLst xmlns:a="http://schemas.openxmlformats.org/drawingml/2006/main">
              <a:ext uri="{FF2B5EF4-FFF2-40B4-BE49-F238E27FC236}">
                <a16:creationId xmlns:a16="http://schemas.microsoft.com/office/drawing/2014/main" id="{7B70F0C2-DF1C-4AA4-A9DA-4A0971E8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6" name="Shape 224">
            <a:extLst xmlns:a="http://schemas.openxmlformats.org/drawingml/2006/main">
              <a:ext uri="{FF2B5EF4-FFF2-40B4-BE49-F238E27FC236}">
                <a16:creationId xmlns:a16="http://schemas.microsoft.com/office/drawing/2014/main" id="{FE686407-2350-45FF-847D-53C5AA40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7" name="Shape 225">
            <a:extLst xmlns:a="http://schemas.openxmlformats.org/drawingml/2006/main">
              <a:ext uri="{FF2B5EF4-FFF2-40B4-BE49-F238E27FC236}">
                <a16:creationId xmlns:a16="http://schemas.microsoft.com/office/drawing/2014/main" id="{BB87D6C9-2625-47A6-BE74-E356DB8B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8" name="Shape 226">
            <a:extLst xmlns:a="http://schemas.openxmlformats.org/drawingml/2006/main">
              <a:ext uri="{FF2B5EF4-FFF2-40B4-BE49-F238E27FC236}">
                <a16:creationId xmlns:a16="http://schemas.microsoft.com/office/drawing/2014/main" id="{241286BC-43EF-4BF9-A372-2A7B0E17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9" name="Shape 227">
            <a:extLst xmlns:a="http://schemas.openxmlformats.org/drawingml/2006/main">
              <a:ext uri="{FF2B5EF4-FFF2-40B4-BE49-F238E27FC236}">
                <a16:creationId xmlns:a16="http://schemas.microsoft.com/office/drawing/2014/main" id="{949714D3-66E2-4024-AEE6-43F74173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0" name="Shape 228">
            <a:extLst xmlns:a="http://schemas.openxmlformats.org/drawingml/2006/main">
              <a:ext uri="{FF2B5EF4-FFF2-40B4-BE49-F238E27FC236}">
                <a16:creationId xmlns:a16="http://schemas.microsoft.com/office/drawing/2014/main" id="{80C954B5-7C9F-4068-BE0F-0400F5AC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1" name="Shape 229">
            <a:extLst xmlns:a="http://schemas.openxmlformats.org/drawingml/2006/main">
              <a:ext uri="{FF2B5EF4-FFF2-40B4-BE49-F238E27FC236}">
                <a16:creationId xmlns:a16="http://schemas.microsoft.com/office/drawing/2014/main" id="{3CAC23EE-759C-4168-86C6-D0A2C648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2" name="Shape 230">
            <a:extLst xmlns:a="http://schemas.openxmlformats.org/drawingml/2006/main">
              <a:ext uri="{FF2B5EF4-FFF2-40B4-BE49-F238E27FC236}">
                <a16:creationId xmlns:a16="http://schemas.microsoft.com/office/drawing/2014/main" id="{C6DAC0AD-924F-4B85-9D17-4248A50C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3" name="Shape 231">
            <a:extLst xmlns:a="http://schemas.openxmlformats.org/drawingml/2006/main">
              <a:ext uri="{FF2B5EF4-FFF2-40B4-BE49-F238E27FC236}">
                <a16:creationId xmlns:a16="http://schemas.microsoft.com/office/drawing/2014/main" id="{57969072-77FB-463B-8389-36B227C4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4" name="Shape 232">
            <a:extLst xmlns:a="http://schemas.openxmlformats.org/drawingml/2006/main">
              <a:ext uri="{FF2B5EF4-FFF2-40B4-BE49-F238E27FC236}">
                <a16:creationId xmlns:a16="http://schemas.microsoft.com/office/drawing/2014/main" id="{FA4A52E4-76BB-4E40-A51C-985C67FB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5" name="Shape 233">
            <a:extLst xmlns:a="http://schemas.openxmlformats.org/drawingml/2006/main">
              <a:ext uri="{FF2B5EF4-FFF2-40B4-BE49-F238E27FC236}">
                <a16:creationId xmlns:a16="http://schemas.microsoft.com/office/drawing/2014/main" id="{85802330-B446-42CB-80F3-410AC0FD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6" name="Shape 234">
            <a:extLst xmlns:a="http://schemas.openxmlformats.org/drawingml/2006/main">
              <a:ext uri="{FF2B5EF4-FFF2-40B4-BE49-F238E27FC236}">
                <a16:creationId xmlns:a16="http://schemas.microsoft.com/office/drawing/2014/main" id="{A855704E-5D38-405E-A9AC-80E7948F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7" name="Shape 235">
            <a:extLst xmlns:a="http://schemas.openxmlformats.org/drawingml/2006/main">
              <a:ext uri="{FF2B5EF4-FFF2-40B4-BE49-F238E27FC236}">
                <a16:creationId xmlns:a16="http://schemas.microsoft.com/office/drawing/2014/main" id="{9E057A2B-0183-4D2D-8601-833A0381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8" name="Shape 236">
            <a:extLst xmlns:a="http://schemas.openxmlformats.org/drawingml/2006/main">
              <a:ext uri="{FF2B5EF4-FFF2-40B4-BE49-F238E27FC236}">
                <a16:creationId xmlns:a16="http://schemas.microsoft.com/office/drawing/2014/main" id="{06436085-78DD-4AEF-9882-67A11891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9" name="Shape 237">
            <a:extLst xmlns:a="http://schemas.openxmlformats.org/drawingml/2006/main">
              <a:ext uri="{FF2B5EF4-FFF2-40B4-BE49-F238E27FC236}">
                <a16:creationId xmlns:a16="http://schemas.microsoft.com/office/drawing/2014/main" id="{A5FC3A52-02BB-43CA-B0A5-721CF3E0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0" name="Shape 238">
            <a:extLst xmlns:a="http://schemas.openxmlformats.org/drawingml/2006/main">
              <a:ext uri="{FF2B5EF4-FFF2-40B4-BE49-F238E27FC236}">
                <a16:creationId xmlns:a16="http://schemas.microsoft.com/office/drawing/2014/main" id="{B43B9FD1-627A-47D1-9804-4398BC2C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1" name="Shape 239">
            <a:extLst xmlns:a="http://schemas.openxmlformats.org/drawingml/2006/main">
              <a:ext uri="{FF2B5EF4-FFF2-40B4-BE49-F238E27FC236}">
                <a16:creationId xmlns:a16="http://schemas.microsoft.com/office/drawing/2014/main" id="{44EE30A5-BC14-4A0F-B097-018F7985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2" name="Shape 240">
            <a:extLst xmlns:a="http://schemas.openxmlformats.org/drawingml/2006/main">
              <a:ext uri="{FF2B5EF4-FFF2-40B4-BE49-F238E27FC236}">
                <a16:creationId xmlns:a16="http://schemas.microsoft.com/office/drawing/2014/main" id="{6E0A8C6F-29D1-47B9-8F33-76B22216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3" name="Shape 241">
            <a:extLst xmlns:a="http://schemas.openxmlformats.org/drawingml/2006/main">
              <a:ext uri="{FF2B5EF4-FFF2-40B4-BE49-F238E27FC236}">
                <a16:creationId xmlns:a16="http://schemas.microsoft.com/office/drawing/2014/main" id="{CBD0F3FD-F719-438B-8E3C-036242DC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4" name="Shape 242">
            <a:extLst xmlns:a="http://schemas.openxmlformats.org/drawingml/2006/main">
              <a:ext uri="{FF2B5EF4-FFF2-40B4-BE49-F238E27FC236}">
                <a16:creationId xmlns:a16="http://schemas.microsoft.com/office/drawing/2014/main" id="{57FE1066-D3EA-4B34-8DF2-7222CED1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5" name="Shape 243">
            <a:extLst xmlns:a="http://schemas.openxmlformats.org/drawingml/2006/main">
              <a:ext uri="{FF2B5EF4-FFF2-40B4-BE49-F238E27FC236}">
                <a16:creationId xmlns:a16="http://schemas.microsoft.com/office/drawing/2014/main" id="{72B1398A-B54E-4C60-A0AC-586DA56B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6" name="Shape 244">
            <a:extLst xmlns:a="http://schemas.openxmlformats.org/drawingml/2006/main">
              <a:ext uri="{FF2B5EF4-FFF2-40B4-BE49-F238E27FC236}">
                <a16:creationId xmlns:a16="http://schemas.microsoft.com/office/drawing/2014/main" id="{1B5A7F1C-DC76-41F4-BB6B-8CF640A2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7" name="Shape 245">
            <a:extLst xmlns:a="http://schemas.openxmlformats.org/drawingml/2006/main">
              <a:ext uri="{FF2B5EF4-FFF2-40B4-BE49-F238E27FC236}">
                <a16:creationId xmlns:a16="http://schemas.microsoft.com/office/drawing/2014/main" id="{013DEFDB-5E95-4F2D-AD14-1037FDD1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8" name="Shape 246">
            <a:extLst xmlns:a="http://schemas.openxmlformats.org/drawingml/2006/main">
              <a:ext uri="{FF2B5EF4-FFF2-40B4-BE49-F238E27FC236}">
                <a16:creationId xmlns:a16="http://schemas.microsoft.com/office/drawing/2014/main" id="{7F31BB96-9476-4445-A03B-90EB6210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9" name="Shape 247">
            <a:extLst xmlns:a="http://schemas.openxmlformats.org/drawingml/2006/main">
              <a:ext uri="{FF2B5EF4-FFF2-40B4-BE49-F238E27FC236}">
                <a16:creationId xmlns:a16="http://schemas.microsoft.com/office/drawing/2014/main" id="{BC188FE6-0EB5-4BC3-B637-B99E6FB2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0" name="Shape 248">
            <a:extLst xmlns:a="http://schemas.openxmlformats.org/drawingml/2006/main">
              <a:ext uri="{FF2B5EF4-FFF2-40B4-BE49-F238E27FC236}">
                <a16:creationId xmlns:a16="http://schemas.microsoft.com/office/drawing/2014/main" id="{479FC9BD-3F2D-4F19-8ECB-880FBE43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1" name="Shape 249">
            <a:extLst xmlns:a="http://schemas.openxmlformats.org/drawingml/2006/main">
              <a:ext uri="{FF2B5EF4-FFF2-40B4-BE49-F238E27FC236}">
                <a16:creationId xmlns:a16="http://schemas.microsoft.com/office/drawing/2014/main" id="{A3A51288-89E1-4F4D-80CD-700146F8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2" name="Shape 250">
            <a:extLst xmlns:a="http://schemas.openxmlformats.org/drawingml/2006/main">
              <a:ext uri="{FF2B5EF4-FFF2-40B4-BE49-F238E27FC236}">
                <a16:creationId xmlns:a16="http://schemas.microsoft.com/office/drawing/2014/main" id="{D4E6941C-7AD0-43B4-8D30-3B261A00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3" name="Shape 251">
            <a:extLst xmlns:a="http://schemas.openxmlformats.org/drawingml/2006/main">
              <a:ext uri="{FF2B5EF4-FFF2-40B4-BE49-F238E27FC236}">
                <a16:creationId xmlns:a16="http://schemas.microsoft.com/office/drawing/2014/main" id="{C80901E1-7CA4-4F9E-B7A5-3768906E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4" name="Shape 252">
            <a:extLst xmlns:a="http://schemas.openxmlformats.org/drawingml/2006/main">
              <a:ext uri="{FF2B5EF4-FFF2-40B4-BE49-F238E27FC236}">
                <a16:creationId xmlns:a16="http://schemas.microsoft.com/office/drawing/2014/main" id="{7EF96F60-6F3E-4496-9322-7744A04C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5" name="Shape 253">
            <a:extLst xmlns:a="http://schemas.openxmlformats.org/drawingml/2006/main">
              <a:ext uri="{FF2B5EF4-FFF2-40B4-BE49-F238E27FC236}">
                <a16:creationId xmlns:a16="http://schemas.microsoft.com/office/drawing/2014/main" id="{C2DAD7DC-6F46-4F24-8A11-2744E698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6" name="Shape 254">
            <a:extLst xmlns:a="http://schemas.openxmlformats.org/drawingml/2006/main">
              <a:ext uri="{FF2B5EF4-FFF2-40B4-BE49-F238E27FC236}">
                <a16:creationId xmlns:a16="http://schemas.microsoft.com/office/drawing/2014/main" id="{3262EDF8-3072-441C-8AD0-E276AC10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7" name="Shape 255">
            <a:extLst xmlns:a="http://schemas.openxmlformats.org/drawingml/2006/main">
              <a:ext uri="{FF2B5EF4-FFF2-40B4-BE49-F238E27FC236}">
                <a16:creationId xmlns:a16="http://schemas.microsoft.com/office/drawing/2014/main" id="{EF708A6C-1C21-42E4-BCD9-ABC0AC3F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8" name="Shape 256">
            <a:extLst xmlns:a="http://schemas.openxmlformats.org/drawingml/2006/main">
              <a:ext uri="{FF2B5EF4-FFF2-40B4-BE49-F238E27FC236}">
                <a16:creationId xmlns:a16="http://schemas.microsoft.com/office/drawing/2014/main" id="{7F5EC982-F3F0-4A6E-ACE0-C075A249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9" name="Shape 257">
            <a:extLst xmlns:a="http://schemas.openxmlformats.org/drawingml/2006/main">
              <a:ext uri="{FF2B5EF4-FFF2-40B4-BE49-F238E27FC236}">
                <a16:creationId xmlns:a16="http://schemas.microsoft.com/office/drawing/2014/main" id="{6492411B-984D-4D36-AA12-34694A27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0" name="Shape 258">
            <a:extLst xmlns:a="http://schemas.openxmlformats.org/drawingml/2006/main">
              <a:ext uri="{FF2B5EF4-FFF2-40B4-BE49-F238E27FC236}">
                <a16:creationId xmlns:a16="http://schemas.microsoft.com/office/drawing/2014/main" id="{9CBE72F6-E5CB-4A4C-B221-2620BC7F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1" name="Shape 259">
            <a:extLst xmlns:a="http://schemas.openxmlformats.org/drawingml/2006/main">
              <a:ext uri="{FF2B5EF4-FFF2-40B4-BE49-F238E27FC236}">
                <a16:creationId xmlns:a16="http://schemas.microsoft.com/office/drawing/2014/main" id="{42708D7C-C80B-4570-853F-ABDD5B87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2" name="Shape 260">
            <a:extLst xmlns:a="http://schemas.openxmlformats.org/drawingml/2006/main">
              <a:ext uri="{FF2B5EF4-FFF2-40B4-BE49-F238E27FC236}">
                <a16:creationId xmlns:a16="http://schemas.microsoft.com/office/drawing/2014/main" id="{F46CABE5-2758-4841-B1A6-F22A0583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3" name="Shape 261">
            <a:extLst xmlns:a="http://schemas.openxmlformats.org/drawingml/2006/main">
              <a:ext uri="{FF2B5EF4-FFF2-40B4-BE49-F238E27FC236}">
                <a16:creationId xmlns:a16="http://schemas.microsoft.com/office/drawing/2014/main" id="{3D364C0A-535D-47F2-B7A3-36BB23E2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4" name="Shape 262">
            <a:extLst xmlns:a="http://schemas.openxmlformats.org/drawingml/2006/main">
              <a:ext uri="{FF2B5EF4-FFF2-40B4-BE49-F238E27FC236}">
                <a16:creationId xmlns:a16="http://schemas.microsoft.com/office/drawing/2014/main" id="{83C72D57-B14B-41A4-9388-2E4B1E56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5" name="Shape 263">
            <a:extLst xmlns:a="http://schemas.openxmlformats.org/drawingml/2006/main">
              <a:ext uri="{FF2B5EF4-FFF2-40B4-BE49-F238E27FC236}">
                <a16:creationId xmlns:a16="http://schemas.microsoft.com/office/drawing/2014/main" id="{8D88B73E-27D5-4F64-B6BF-2C42988D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6" name="Shape 264">
            <a:extLst xmlns:a="http://schemas.openxmlformats.org/drawingml/2006/main">
              <a:ext uri="{FF2B5EF4-FFF2-40B4-BE49-F238E27FC236}">
                <a16:creationId xmlns:a16="http://schemas.microsoft.com/office/drawing/2014/main" id="{F49E91FE-6DCF-4223-B6EF-EA4EB209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7" name="Shape 265">
            <a:extLst xmlns:a="http://schemas.openxmlformats.org/drawingml/2006/main">
              <a:ext uri="{FF2B5EF4-FFF2-40B4-BE49-F238E27FC236}">
                <a16:creationId xmlns:a16="http://schemas.microsoft.com/office/drawing/2014/main" id="{48FDF737-A1BF-4FD5-AC2C-7B37625D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8" name="Shape 266">
            <a:extLst xmlns:a="http://schemas.openxmlformats.org/drawingml/2006/main">
              <a:ext uri="{FF2B5EF4-FFF2-40B4-BE49-F238E27FC236}">
                <a16:creationId xmlns:a16="http://schemas.microsoft.com/office/drawing/2014/main" id="{F4E5A026-F962-49A8-BA3C-1ACF289F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9" name="Shape 267">
            <a:extLst xmlns:a="http://schemas.openxmlformats.org/drawingml/2006/main">
              <a:ext uri="{FF2B5EF4-FFF2-40B4-BE49-F238E27FC236}">
                <a16:creationId xmlns:a16="http://schemas.microsoft.com/office/drawing/2014/main" id="{F682636B-FFCB-48B0-86E5-06D4C77E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0" name="Shape 268">
            <a:extLst xmlns:a="http://schemas.openxmlformats.org/drawingml/2006/main">
              <a:ext uri="{FF2B5EF4-FFF2-40B4-BE49-F238E27FC236}">
                <a16:creationId xmlns:a16="http://schemas.microsoft.com/office/drawing/2014/main" id="{D7BFB451-C054-4312-8023-0604CC48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1" name="Shape 269">
            <a:extLst xmlns:a="http://schemas.openxmlformats.org/drawingml/2006/main">
              <a:ext uri="{FF2B5EF4-FFF2-40B4-BE49-F238E27FC236}">
                <a16:creationId xmlns:a16="http://schemas.microsoft.com/office/drawing/2014/main" id="{787B0BD8-4A0B-49BE-AE74-FB6E4E66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2" name="Shape 270">
            <a:extLst xmlns:a="http://schemas.openxmlformats.org/drawingml/2006/main">
              <a:ext uri="{FF2B5EF4-FFF2-40B4-BE49-F238E27FC236}">
                <a16:creationId xmlns:a16="http://schemas.microsoft.com/office/drawing/2014/main" id="{0EF86101-DD21-4D42-A227-25A76D2B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3" name="Shape 271">
            <a:extLst xmlns:a="http://schemas.openxmlformats.org/drawingml/2006/main">
              <a:ext uri="{FF2B5EF4-FFF2-40B4-BE49-F238E27FC236}">
                <a16:creationId xmlns:a16="http://schemas.microsoft.com/office/drawing/2014/main" id="{18AB9753-73ED-4499-8CD4-47EE3E4D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4" name="Shape 272">
            <a:extLst xmlns:a="http://schemas.openxmlformats.org/drawingml/2006/main">
              <a:ext uri="{FF2B5EF4-FFF2-40B4-BE49-F238E27FC236}">
                <a16:creationId xmlns:a16="http://schemas.microsoft.com/office/drawing/2014/main" id="{B0A4B9AB-0D76-4789-9B58-08A61D39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5" name="Shape 273">
            <a:extLst xmlns:a="http://schemas.openxmlformats.org/drawingml/2006/main">
              <a:ext uri="{FF2B5EF4-FFF2-40B4-BE49-F238E27FC236}">
                <a16:creationId xmlns:a16="http://schemas.microsoft.com/office/drawing/2014/main" id="{735C3E5E-704E-4482-9311-2037CABA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6" name="Shape 274">
            <a:extLst xmlns:a="http://schemas.openxmlformats.org/drawingml/2006/main">
              <a:ext uri="{FF2B5EF4-FFF2-40B4-BE49-F238E27FC236}">
                <a16:creationId xmlns:a16="http://schemas.microsoft.com/office/drawing/2014/main" id="{C6A367E5-F81F-4D6C-B3DE-9D1D01AA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7" name="Shape 275">
            <a:extLst xmlns:a="http://schemas.openxmlformats.org/drawingml/2006/main">
              <a:ext uri="{FF2B5EF4-FFF2-40B4-BE49-F238E27FC236}">
                <a16:creationId xmlns:a16="http://schemas.microsoft.com/office/drawing/2014/main" id="{8D18D04A-BA0B-45D2-8BBF-02FA485E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8" name="Shape 276">
            <a:extLst xmlns:a="http://schemas.openxmlformats.org/drawingml/2006/main">
              <a:ext uri="{FF2B5EF4-FFF2-40B4-BE49-F238E27FC236}">
                <a16:creationId xmlns:a16="http://schemas.microsoft.com/office/drawing/2014/main" id="{9C8946D6-4FFC-4A92-953C-18B7C480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9" name="Shape 277">
            <a:extLst xmlns:a="http://schemas.openxmlformats.org/drawingml/2006/main">
              <a:ext uri="{FF2B5EF4-FFF2-40B4-BE49-F238E27FC236}">
                <a16:creationId xmlns:a16="http://schemas.microsoft.com/office/drawing/2014/main" id="{0AD64D4F-6DC9-4483-85A7-059A4CF4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0" name="Shape 278">
            <a:extLst xmlns:a="http://schemas.openxmlformats.org/drawingml/2006/main">
              <a:ext uri="{FF2B5EF4-FFF2-40B4-BE49-F238E27FC236}">
                <a16:creationId xmlns:a16="http://schemas.microsoft.com/office/drawing/2014/main" id="{4EADD2AB-F0A9-41AE-B1F4-A3D682F6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1" name="Shape 279">
            <a:extLst xmlns:a="http://schemas.openxmlformats.org/drawingml/2006/main">
              <a:ext uri="{FF2B5EF4-FFF2-40B4-BE49-F238E27FC236}">
                <a16:creationId xmlns:a16="http://schemas.microsoft.com/office/drawing/2014/main" id="{9B23D91E-0FC8-4D07-A629-C558E67D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2" name="Shape 280">
            <a:extLst xmlns:a="http://schemas.openxmlformats.org/drawingml/2006/main">
              <a:ext uri="{FF2B5EF4-FFF2-40B4-BE49-F238E27FC236}">
                <a16:creationId xmlns:a16="http://schemas.microsoft.com/office/drawing/2014/main" id="{568E11D5-DFF2-454C-A895-CEAA3041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3" name="Shape 281">
            <a:extLst xmlns:a="http://schemas.openxmlformats.org/drawingml/2006/main">
              <a:ext uri="{FF2B5EF4-FFF2-40B4-BE49-F238E27FC236}">
                <a16:creationId xmlns:a16="http://schemas.microsoft.com/office/drawing/2014/main" id="{592A8DA1-D86E-4B6F-9203-04066111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4" name="Shape 282">
            <a:extLst xmlns:a="http://schemas.openxmlformats.org/drawingml/2006/main">
              <a:ext uri="{FF2B5EF4-FFF2-40B4-BE49-F238E27FC236}">
                <a16:creationId xmlns:a16="http://schemas.microsoft.com/office/drawing/2014/main" id="{57BD72A9-4842-4A4D-AF9E-6CF2CA93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5" name="Shape 283">
            <a:extLst xmlns:a="http://schemas.openxmlformats.org/drawingml/2006/main">
              <a:ext uri="{FF2B5EF4-FFF2-40B4-BE49-F238E27FC236}">
                <a16:creationId xmlns:a16="http://schemas.microsoft.com/office/drawing/2014/main" id="{5BDD19F3-4654-44E3-9DC9-F2FD43A1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6" name="Shape 284">
            <a:extLst xmlns:a="http://schemas.openxmlformats.org/drawingml/2006/main">
              <a:ext uri="{FF2B5EF4-FFF2-40B4-BE49-F238E27FC236}">
                <a16:creationId xmlns:a16="http://schemas.microsoft.com/office/drawing/2014/main" id="{7A2F649E-7053-4489-93B3-681D58AC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7" name="Shape 285">
            <a:extLst xmlns:a="http://schemas.openxmlformats.org/drawingml/2006/main">
              <a:ext uri="{FF2B5EF4-FFF2-40B4-BE49-F238E27FC236}">
                <a16:creationId xmlns:a16="http://schemas.microsoft.com/office/drawing/2014/main" id="{5512CD79-EB21-49CC-94B0-7FD0CD67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8" name="Shape 286">
            <a:extLst xmlns:a="http://schemas.openxmlformats.org/drawingml/2006/main">
              <a:ext uri="{FF2B5EF4-FFF2-40B4-BE49-F238E27FC236}">
                <a16:creationId xmlns:a16="http://schemas.microsoft.com/office/drawing/2014/main" id="{8F090730-C25D-4A59-9E88-965E3370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9" name="Shape 287">
            <a:extLst xmlns:a="http://schemas.openxmlformats.org/drawingml/2006/main">
              <a:ext uri="{FF2B5EF4-FFF2-40B4-BE49-F238E27FC236}">
                <a16:creationId xmlns:a16="http://schemas.microsoft.com/office/drawing/2014/main" id="{54F2F13B-B153-4220-BC99-104779F8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0" name="Shape 288">
            <a:extLst xmlns:a="http://schemas.openxmlformats.org/drawingml/2006/main">
              <a:ext uri="{FF2B5EF4-FFF2-40B4-BE49-F238E27FC236}">
                <a16:creationId xmlns:a16="http://schemas.microsoft.com/office/drawing/2014/main" id="{3375E9F2-A4BE-4957-94AE-11287546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1" name="Shape 289">
            <a:extLst xmlns:a="http://schemas.openxmlformats.org/drawingml/2006/main">
              <a:ext uri="{FF2B5EF4-FFF2-40B4-BE49-F238E27FC236}">
                <a16:creationId xmlns:a16="http://schemas.microsoft.com/office/drawing/2014/main" id="{20DF3849-2055-491E-8D29-7862544B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2" name="Shape 290">
            <a:extLst xmlns:a="http://schemas.openxmlformats.org/drawingml/2006/main">
              <a:ext uri="{FF2B5EF4-FFF2-40B4-BE49-F238E27FC236}">
                <a16:creationId xmlns:a16="http://schemas.microsoft.com/office/drawing/2014/main" id="{CDAE2592-AA78-4685-BE80-87BDC4F9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3" name="Shape 291">
            <a:extLst xmlns:a="http://schemas.openxmlformats.org/drawingml/2006/main">
              <a:ext uri="{FF2B5EF4-FFF2-40B4-BE49-F238E27FC236}">
                <a16:creationId xmlns:a16="http://schemas.microsoft.com/office/drawing/2014/main" id="{0A42E039-7E9E-46FB-850D-C1C0AA6E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4" name="Shape 292">
            <a:extLst xmlns:a="http://schemas.openxmlformats.org/drawingml/2006/main">
              <a:ext uri="{FF2B5EF4-FFF2-40B4-BE49-F238E27FC236}">
                <a16:creationId xmlns:a16="http://schemas.microsoft.com/office/drawing/2014/main" id="{C1E9ACF3-BBBE-4E05-B4A3-1AD21571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5" name="Shape 293">
            <a:extLst xmlns:a="http://schemas.openxmlformats.org/drawingml/2006/main">
              <a:ext uri="{FF2B5EF4-FFF2-40B4-BE49-F238E27FC236}">
                <a16:creationId xmlns:a16="http://schemas.microsoft.com/office/drawing/2014/main" id="{8772D3CA-C663-4D20-A176-F5AFF73A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6" name="Shape 294">
            <a:extLst xmlns:a="http://schemas.openxmlformats.org/drawingml/2006/main">
              <a:ext uri="{FF2B5EF4-FFF2-40B4-BE49-F238E27FC236}">
                <a16:creationId xmlns:a16="http://schemas.microsoft.com/office/drawing/2014/main" id="{F3551EB2-4E7F-48CC-93E8-927F79E4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7" name="Shape 295">
            <a:extLst xmlns:a="http://schemas.openxmlformats.org/drawingml/2006/main">
              <a:ext uri="{FF2B5EF4-FFF2-40B4-BE49-F238E27FC236}">
                <a16:creationId xmlns:a16="http://schemas.microsoft.com/office/drawing/2014/main" id="{3CFC02C9-6FCC-42C0-AABB-1DE0217C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8" name="Shape 296">
            <a:extLst xmlns:a="http://schemas.openxmlformats.org/drawingml/2006/main">
              <a:ext uri="{FF2B5EF4-FFF2-40B4-BE49-F238E27FC236}">
                <a16:creationId xmlns:a16="http://schemas.microsoft.com/office/drawing/2014/main" id="{13DAAD46-FA26-4C87-ADD8-4E36AC51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9" name="Shape 297">
            <a:extLst xmlns:a="http://schemas.openxmlformats.org/drawingml/2006/main">
              <a:ext uri="{FF2B5EF4-FFF2-40B4-BE49-F238E27FC236}">
                <a16:creationId xmlns:a16="http://schemas.microsoft.com/office/drawing/2014/main" id="{9CF3F4C2-D723-4835-91E9-A118D0B1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0" name="Shape 298">
            <a:extLst xmlns:a="http://schemas.openxmlformats.org/drawingml/2006/main">
              <a:ext uri="{FF2B5EF4-FFF2-40B4-BE49-F238E27FC236}">
                <a16:creationId xmlns:a16="http://schemas.microsoft.com/office/drawing/2014/main" id="{9E00BCF2-5335-4637-BCBA-52B78FD8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1" name="Shape 299">
            <a:extLst xmlns:a="http://schemas.openxmlformats.org/drawingml/2006/main">
              <a:ext uri="{FF2B5EF4-FFF2-40B4-BE49-F238E27FC236}">
                <a16:creationId xmlns:a16="http://schemas.microsoft.com/office/drawing/2014/main" id="{F4FE4C9F-2D45-45AA-8EE4-32F297AC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2" name="Shape 300">
            <a:extLst xmlns:a="http://schemas.openxmlformats.org/drawingml/2006/main">
              <a:ext uri="{FF2B5EF4-FFF2-40B4-BE49-F238E27FC236}">
                <a16:creationId xmlns:a16="http://schemas.microsoft.com/office/drawing/2014/main" id="{F3B2E6B8-D1CC-443F-8634-2715F016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3" name="Shape 301">
            <a:extLst xmlns:a="http://schemas.openxmlformats.org/drawingml/2006/main">
              <a:ext uri="{FF2B5EF4-FFF2-40B4-BE49-F238E27FC236}">
                <a16:creationId xmlns:a16="http://schemas.microsoft.com/office/drawing/2014/main" id="{A524AC7F-804E-4F41-A377-988E3A37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4" name="Shape 302">
            <a:extLst xmlns:a="http://schemas.openxmlformats.org/drawingml/2006/main">
              <a:ext uri="{FF2B5EF4-FFF2-40B4-BE49-F238E27FC236}">
                <a16:creationId xmlns:a16="http://schemas.microsoft.com/office/drawing/2014/main" id="{2065EB29-55BF-4A7F-9CB3-A7778FCC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5" name="Shape 303">
            <a:extLst xmlns:a="http://schemas.openxmlformats.org/drawingml/2006/main">
              <a:ext uri="{FF2B5EF4-FFF2-40B4-BE49-F238E27FC236}">
                <a16:creationId xmlns:a16="http://schemas.microsoft.com/office/drawing/2014/main" id="{330D5DE5-2485-4FB0-8D93-AFAAAACB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6" name="Shape 304">
            <a:extLst xmlns:a="http://schemas.openxmlformats.org/drawingml/2006/main">
              <a:ext uri="{FF2B5EF4-FFF2-40B4-BE49-F238E27FC236}">
                <a16:creationId xmlns:a16="http://schemas.microsoft.com/office/drawing/2014/main" id="{4DB043E6-AD27-4EBB-93F3-7BDB8A64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7" name="Shape 305">
            <a:extLst xmlns:a="http://schemas.openxmlformats.org/drawingml/2006/main">
              <a:ext uri="{FF2B5EF4-FFF2-40B4-BE49-F238E27FC236}">
                <a16:creationId xmlns:a16="http://schemas.microsoft.com/office/drawing/2014/main" id="{B43F6606-8D83-45A6-9992-AEF6730C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8" name="Shape 306">
            <a:extLst xmlns:a="http://schemas.openxmlformats.org/drawingml/2006/main">
              <a:ext uri="{FF2B5EF4-FFF2-40B4-BE49-F238E27FC236}">
                <a16:creationId xmlns:a16="http://schemas.microsoft.com/office/drawing/2014/main" id="{0FA62F99-97D7-402F-8B48-B95EE7B7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9" name="Shape 307">
            <a:extLst xmlns:a="http://schemas.openxmlformats.org/drawingml/2006/main">
              <a:ext uri="{FF2B5EF4-FFF2-40B4-BE49-F238E27FC236}">
                <a16:creationId xmlns:a16="http://schemas.microsoft.com/office/drawing/2014/main" id="{699B1EF0-4F02-4572-B5AB-6B53183D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0" name="Shape 308">
            <a:extLst xmlns:a="http://schemas.openxmlformats.org/drawingml/2006/main">
              <a:ext uri="{FF2B5EF4-FFF2-40B4-BE49-F238E27FC236}">
                <a16:creationId xmlns:a16="http://schemas.microsoft.com/office/drawing/2014/main" id="{9B6F14E6-D3F3-41F4-A830-27A32894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1" name="Shape 309">
            <a:extLst xmlns:a="http://schemas.openxmlformats.org/drawingml/2006/main">
              <a:ext uri="{FF2B5EF4-FFF2-40B4-BE49-F238E27FC236}">
                <a16:creationId xmlns:a16="http://schemas.microsoft.com/office/drawing/2014/main" id="{7485AA69-41FA-4577-A370-3D60FEE3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2" name="Shape 310">
            <a:extLst xmlns:a="http://schemas.openxmlformats.org/drawingml/2006/main">
              <a:ext uri="{FF2B5EF4-FFF2-40B4-BE49-F238E27FC236}">
                <a16:creationId xmlns:a16="http://schemas.microsoft.com/office/drawing/2014/main" id="{4FEAED27-ACCF-47F3-B3DF-6A2D4F9A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3" name="Shape 311">
            <a:extLst xmlns:a="http://schemas.openxmlformats.org/drawingml/2006/main">
              <a:ext uri="{FF2B5EF4-FFF2-40B4-BE49-F238E27FC236}">
                <a16:creationId xmlns:a16="http://schemas.microsoft.com/office/drawing/2014/main" id="{52FCBC24-49A6-4EB9-8637-2A8A770C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4" name="Shape 312">
            <a:extLst xmlns:a="http://schemas.openxmlformats.org/drawingml/2006/main">
              <a:ext uri="{FF2B5EF4-FFF2-40B4-BE49-F238E27FC236}">
                <a16:creationId xmlns:a16="http://schemas.microsoft.com/office/drawing/2014/main" id="{B0B42443-DD4E-4FD2-B8D3-15FBAC0E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5" name="Shape 313">
            <a:extLst xmlns:a="http://schemas.openxmlformats.org/drawingml/2006/main">
              <a:ext uri="{FF2B5EF4-FFF2-40B4-BE49-F238E27FC236}">
                <a16:creationId xmlns:a16="http://schemas.microsoft.com/office/drawing/2014/main" id="{5DDB15C6-F50F-4BDB-A8CA-F48A6F90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6" name="Shape 314">
            <a:extLst xmlns:a="http://schemas.openxmlformats.org/drawingml/2006/main">
              <a:ext uri="{FF2B5EF4-FFF2-40B4-BE49-F238E27FC236}">
                <a16:creationId xmlns:a16="http://schemas.microsoft.com/office/drawing/2014/main" id="{F1EED0DA-F0B1-4A05-B364-C42E2991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7" name="Shape 315">
            <a:extLst xmlns:a="http://schemas.openxmlformats.org/drawingml/2006/main">
              <a:ext uri="{FF2B5EF4-FFF2-40B4-BE49-F238E27FC236}">
                <a16:creationId xmlns:a16="http://schemas.microsoft.com/office/drawing/2014/main" id="{8E9CEC9F-4C41-4074-8440-F197F876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8" name="Shape 316">
            <a:extLst xmlns:a="http://schemas.openxmlformats.org/drawingml/2006/main">
              <a:ext uri="{FF2B5EF4-FFF2-40B4-BE49-F238E27FC236}">
                <a16:creationId xmlns:a16="http://schemas.microsoft.com/office/drawing/2014/main" id="{B4814675-D305-4B4D-A163-00285816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9" name="Shape 317">
            <a:extLst xmlns:a="http://schemas.openxmlformats.org/drawingml/2006/main">
              <a:ext uri="{FF2B5EF4-FFF2-40B4-BE49-F238E27FC236}">
                <a16:creationId xmlns:a16="http://schemas.microsoft.com/office/drawing/2014/main" id="{B253E4D5-3F52-425F-9664-87991C55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0" name="Shape 318">
            <a:extLst xmlns:a="http://schemas.openxmlformats.org/drawingml/2006/main">
              <a:ext uri="{FF2B5EF4-FFF2-40B4-BE49-F238E27FC236}">
                <a16:creationId xmlns:a16="http://schemas.microsoft.com/office/drawing/2014/main" id="{217C249A-C9F4-4C34-BC86-BBC5DBC3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1" name="Shape 319">
            <a:extLst xmlns:a="http://schemas.openxmlformats.org/drawingml/2006/main">
              <a:ext uri="{FF2B5EF4-FFF2-40B4-BE49-F238E27FC236}">
                <a16:creationId xmlns:a16="http://schemas.microsoft.com/office/drawing/2014/main" id="{9A44F895-1DF6-4B52-9EAF-A3EBE84B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2" name="Shape 320">
            <a:extLst xmlns:a="http://schemas.openxmlformats.org/drawingml/2006/main">
              <a:ext uri="{FF2B5EF4-FFF2-40B4-BE49-F238E27FC236}">
                <a16:creationId xmlns:a16="http://schemas.microsoft.com/office/drawing/2014/main" id="{62695C83-301F-4DC2-BF67-952F91C5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3" name="Shape 321">
            <a:extLst xmlns:a="http://schemas.openxmlformats.org/drawingml/2006/main">
              <a:ext uri="{FF2B5EF4-FFF2-40B4-BE49-F238E27FC236}">
                <a16:creationId xmlns:a16="http://schemas.microsoft.com/office/drawing/2014/main" id="{4984E5D0-A677-41EF-A30D-AE0DAF36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4" name="Shape 322">
            <a:extLst xmlns:a="http://schemas.openxmlformats.org/drawingml/2006/main">
              <a:ext uri="{FF2B5EF4-FFF2-40B4-BE49-F238E27FC236}">
                <a16:creationId xmlns:a16="http://schemas.microsoft.com/office/drawing/2014/main" id="{56D35466-5E6E-4BC5-9943-147E6BED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5" name="Shape 323">
            <a:extLst xmlns:a="http://schemas.openxmlformats.org/drawingml/2006/main">
              <a:ext uri="{FF2B5EF4-FFF2-40B4-BE49-F238E27FC236}">
                <a16:creationId xmlns:a16="http://schemas.microsoft.com/office/drawing/2014/main" id="{389DEF1B-C80B-4333-83E6-39625E29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6" name="Shape 324">
            <a:extLst xmlns:a="http://schemas.openxmlformats.org/drawingml/2006/main">
              <a:ext uri="{FF2B5EF4-FFF2-40B4-BE49-F238E27FC236}">
                <a16:creationId xmlns:a16="http://schemas.microsoft.com/office/drawing/2014/main" id="{8EF8132A-AA6E-4E1A-85E3-111EE302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7" name="Shape 325">
            <a:extLst xmlns:a="http://schemas.openxmlformats.org/drawingml/2006/main">
              <a:ext uri="{FF2B5EF4-FFF2-40B4-BE49-F238E27FC236}">
                <a16:creationId xmlns:a16="http://schemas.microsoft.com/office/drawing/2014/main" id="{E9242AF0-2E1C-47C1-B202-F0204706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8" name="Shape 326">
            <a:extLst xmlns:a="http://schemas.openxmlformats.org/drawingml/2006/main">
              <a:ext uri="{FF2B5EF4-FFF2-40B4-BE49-F238E27FC236}">
                <a16:creationId xmlns:a16="http://schemas.microsoft.com/office/drawing/2014/main" id="{84F67759-4F68-47D1-88CD-7475BCC2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9" name="Shape 327">
            <a:extLst xmlns:a="http://schemas.openxmlformats.org/drawingml/2006/main">
              <a:ext uri="{FF2B5EF4-FFF2-40B4-BE49-F238E27FC236}">
                <a16:creationId xmlns:a16="http://schemas.microsoft.com/office/drawing/2014/main" id="{26C54E31-0C44-488A-A100-FF6C18C0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0" name="Shape 328">
            <a:extLst xmlns:a="http://schemas.openxmlformats.org/drawingml/2006/main">
              <a:ext uri="{FF2B5EF4-FFF2-40B4-BE49-F238E27FC236}">
                <a16:creationId xmlns:a16="http://schemas.microsoft.com/office/drawing/2014/main" id="{B214AB6F-36F1-4049-AE84-B71CC4DA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1" name="Shape 329">
            <a:extLst xmlns:a="http://schemas.openxmlformats.org/drawingml/2006/main">
              <a:ext uri="{FF2B5EF4-FFF2-40B4-BE49-F238E27FC236}">
                <a16:creationId xmlns:a16="http://schemas.microsoft.com/office/drawing/2014/main" id="{B592E119-B455-4DCE-BE68-F71D93C5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2" name="Shape 330">
            <a:extLst xmlns:a="http://schemas.openxmlformats.org/drawingml/2006/main">
              <a:ext uri="{FF2B5EF4-FFF2-40B4-BE49-F238E27FC236}">
                <a16:creationId xmlns:a16="http://schemas.microsoft.com/office/drawing/2014/main" id="{E7D2539A-2AD6-49D4-896B-F2DB44DF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3" name="Shape 331">
            <a:extLst xmlns:a="http://schemas.openxmlformats.org/drawingml/2006/main">
              <a:ext uri="{FF2B5EF4-FFF2-40B4-BE49-F238E27FC236}">
                <a16:creationId xmlns:a16="http://schemas.microsoft.com/office/drawing/2014/main" id="{1E85642A-F5AA-4A51-938F-01965B9A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4" name="Shape 332">
            <a:extLst xmlns:a="http://schemas.openxmlformats.org/drawingml/2006/main">
              <a:ext uri="{FF2B5EF4-FFF2-40B4-BE49-F238E27FC236}">
                <a16:creationId xmlns:a16="http://schemas.microsoft.com/office/drawing/2014/main" id="{CA67F8EA-55CC-4ABC-BFFB-5D40B183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5" name="Shape 333">
            <a:extLst xmlns:a="http://schemas.openxmlformats.org/drawingml/2006/main">
              <a:ext uri="{FF2B5EF4-FFF2-40B4-BE49-F238E27FC236}">
                <a16:creationId xmlns:a16="http://schemas.microsoft.com/office/drawing/2014/main" id="{2E56F936-51F5-4DFA-A10C-D39B2E84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6" name="Shape 334">
            <a:extLst xmlns:a="http://schemas.openxmlformats.org/drawingml/2006/main">
              <a:ext uri="{FF2B5EF4-FFF2-40B4-BE49-F238E27FC236}">
                <a16:creationId xmlns:a16="http://schemas.microsoft.com/office/drawing/2014/main" id="{C9589EA7-5D4F-4146-BCB0-FD30A1BB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7" name="Shape 335">
            <a:extLst xmlns:a="http://schemas.openxmlformats.org/drawingml/2006/main">
              <a:ext uri="{FF2B5EF4-FFF2-40B4-BE49-F238E27FC236}">
                <a16:creationId xmlns:a16="http://schemas.microsoft.com/office/drawing/2014/main" id="{BAFF1778-D930-46D4-8D4C-4E9A1FF1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8" name="Shape 336">
            <a:extLst xmlns:a="http://schemas.openxmlformats.org/drawingml/2006/main">
              <a:ext uri="{FF2B5EF4-FFF2-40B4-BE49-F238E27FC236}">
                <a16:creationId xmlns:a16="http://schemas.microsoft.com/office/drawing/2014/main" id="{F1ADA7AF-9DE2-400D-9327-90822D55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9" name="Shape 337">
            <a:extLst xmlns:a="http://schemas.openxmlformats.org/drawingml/2006/main">
              <a:ext uri="{FF2B5EF4-FFF2-40B4-BE49-F238E27FC236}">
                <a16:creationId xmlns:a16="http://schemas.microsoft.com/office/drawing/2014/main" id="{BFB4FFB7-9E21-4027-A1B5-A6E5FBC5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0" name="Shape 338">
            <a:extLst xmlns:a="http://schemas.openxmlformats.org/drawingml/2006/main">
              <a:ext uri="{FF2B5EF4-FFF2-40B4-BE49-F238E27FC236}">
                <a16:creationId xmlns:a16="http://schemas.microsoft.com/office/drawing/2014/main" id="{5F2768B3-BB16-4D9C-975A-2F25E955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1" name="Shape 339">
            <a:extLst xmlns:a="http://schemas.openxmlformats.org/drawingml/2006/main">
              <a:ext uri="{FF2B5EF4-FFF2-40B4-BE49-F238E27FC236}">
                <a16:creationId xmlns:a16="http://schemas.microsoft.com/office/drawing/2014/main" id="{EB56315A-5A62-444E-9E20-DAA5FAE2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2" name="Shape 340">
            <a:extLst xmlns:a="http://schemas.openxmlformats.org/drawingml/2006/main">
              <a:ext uri="{FF2B5EF4-FFF2-40B4-BE49-F238E27FC236}">
                <a16:creationId xmlns:a16="http://schemas.microsoft.com/office/drawing/2014/main" id="{DC12033A-22FF-446C-8847-F48DB678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3" name="Shape 341">
            <a:extLst xmlns:a="http://schemas.openxmlformats.org/drawingml/2006/main">
              <a:ext uri="{FF2B5EF4-FFF2-40B4-BE49-F238E27FC236}">
                <a16:creationId xmlns:a16="http://schemas.microsoft.com/office/drawing/2014/main" id="{81FBA234-131E-4D19-8415-7BA9B547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4" name="Shape 342">
            <a:extLst xmlns:a="http://schemas.openxmlformats.org/drawingml/2006/main">
              <a:ext uri="{FF2B5EF4-FFF2-40B4-BE49-F238E27FC236}">
                <a16:creationId xmlns:a16="http://schemas.microsoft.com/office/drawing/2014/main" id="{DB6CCB76-F0B0-4A4D-8E26-8F7D001A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5" name="Shape 343">
            <a:extLst xmlns:a="http://schemas.openxmlformats.org/drawingml/2006/main">
              <a:ext uri="{FF2B5EF4-FFF2-40B4-BE49-F238E27FC236}">
                <a16:creationId xmlns:a16="http://schemas.microsoft.com/office/drawing/2014/main" id="{932C2CDB-0881-4CBE-95DF-B15FF7BD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6" name="Shape 344">
            <a:extLst xmlns:a="http://schemas.openxmlformats.org/drawingml/2006/main">
              <a:ext uri="{FF2B5EF4-FFF2-40B4-BE49-F238E27FC236}">
                <a16:creationId xmlns:a16="http://schemas.microsoft.com/office/drawing/2014/main" id="{22526B33-935E-4F30-B75A-E0DC0F9F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7" name="Shape 345">
            <a:extLst xmlns:a="http://schemas.openxmlformats.org/drawingml/2006/main">
              <a:ext uri="{FF2B5EF4-FFF2-40B4-BE49-F238E27FC236}">
                <a16:creationId xmlns:a16="http://schemas.microsoft.com/office/drawing/2014/main" id="{6571277E-627E-4E90-8F65-65793F91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8" name="Shape 346">
            <a:extLst xmlns:a="http://schemas.openxmlformats.org/drawingml/2006/main">
              <a:ext uri="{FF2B5EF4-FFF2-40B4-BE49-F238E27FC236}">
                <a16:creationId xmlns:a16="http://schemas.microsoft.com/office/drawing/2014/main" id="{34A3FA8D-BBFD-4974-A786-8A93382E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9" name="Shape 347">
            <a:extLst xmlns:a="http://schemas.openxmlformats.org/drawingml/2006/main">
              <a:ext uri="{FF2B5EF4-FFF2-40B4-BE49-F238E27FC236}">
                <a16:creationId xmlns:a16="http://schemas.microsoft.com/office/drawing/2014/main" id="{F9C7C39A-DF55-47B6-BC5C-37A37604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0" name="Shape 348">
            <a:extLst xmlns:a="http://schemas.openxmlformats.org/drawingml/2006/main">
              <a:ext uri="{FF2B5EF4-FFF2-40B4-BE49-F238E27FC236}">
                <a16:creationId xmlns:a16="http://schemas.microsoft.com/office/drawing/2014/main" id="{6756EF03-1090-4838-A8B1-3A0ABE46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1" name="Shape 349">
            <a:extLst xmlns:a="http://schemas.openxmlformats.org/drawingml/2006/main">
              <a:ext uri="{FF2B5EF4-FFF2-40B4-BE49-F238E27FC236}">
                <a16:creationId xmlns:a16="http://schemas.microsoft.com/office/drawing/2014/main" id="{3ABAF7CB-0355-4050-81E6-70678DB2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2" name="Shape 350">
            <a:extLst xmlns:a="http://schemas.openxmlformats.org/drawingml/2006/main">
              <a:ext uri="{FF2B5EF4-FFF2-40B4-BE49-F238E27FC236}">
                <a16:creationId xmlns:a16="http://schemas.microsoft.com/office/drawing/2014/main" id="{D1CC24C7-A14E-42D6-AB43-6A1AC8D8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3" name="Shape 351">
            <a:extLst xmlns:a="http://schemas.openxmlformats.org/drawingml/2006/main">
              <a:ext uri="{FF2B5EF4-FFF2-40B4-BE49-F238E27FC236}">
                <a16:creationId xmlns:a16="http://schemas.microsoft.com/office/drawing/2014/main" id="{B2FADB1D-8B67-489D-8D90-16FF0AE5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4" name="Shape 352">
            <a:extLst xmlns:a="http://schemas.openxmlformats.org/drawingml/2006/main">
              <a:ext uri="{FF2B5EF4-FFF2-40B4-BE49-F238E27FC236}">
                <a16:creationId xmlns:a16="http://schemas.microsoft.com/office/drawing/2014/main" id="{6E2DD67F-7AA4-485A-8FB9-927AE3B7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5" name="Shape 353">
            <a:extLst xmlns:a="http://schemas.openxmlformats.org/drawingml/2006/main">
              <a:ext uri="{FF2B5EF4-FFF2-40B4-BE49-F238E27FC236}">
                <a16:creationId xmlns:a16="http://schemas.microsoft.com/office/drawing/2014/main" id="{2A13FE07-B0FB-4670-BEEA-3160DFDD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6" name="Shape 354">
            <a:extLst xmlns:a="http://schemas.openxmlformats.org/drawingml/2006/main">
              <a:ext uri="{FF2B5EF4-FFF2-40B4-BE49-F238E27FC236}">
                <a16:creationId xmlns:a16="http://schemas.microsoft.com/office/drawing/2014/main" id="{9FA7E3B8-EB37-42D7-A419-09CC0665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7" name="Shape 355">
            <a:extLst xmlns:a="http://schemas.openxmlformats.org/drawingml/2006/main">
              <a:ext uri="{FF2B5EF4-FFF2-40B4-BE49-F238E27FC236}">
                <a16:creationId xmlns:a16="http://schemas.microsoft.com/office/drawing/2014/main" id="{831CEE4D-AC53-45C4-9434-E19D869D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8" name="Shape 356">
            <a:extLst xmlns:a="http://schemas.openxmlformats.org/drawingml/2006/main">
              <a:ext uri="{FF2B5EF4-FFF2-40B4-BE49-F238E27FC236}">
                <a16:creationId xmlns:a16="http://schemas.microsoft.com/office/drawing/2014/main" id="{B5397620-05AA-4FD0-8551-284D143F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9" name="Shape 357">
            <a:extLst xmlns:a="http://schemas.openxmlformats.org/drawingml/2006/main">
              <a:ext uri="{FF2B5EF4-FFF2-40B4-BE49-F238E27FC236}">
                <a16:creationId xmlns:a16="http://schemas.microsoft.com/office/drawing/2014/main" id="{24A696A8-05C7-4E82-93FC-A8F9B689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0" name="Shape 358">
            <a:extLst xmlns:a="http://schemas.openxmlformats.org/drawingml/2006/main">
              <a:ext uri="{FF2B5EF4-FFF2-40B4-BE49-F238E27FC236}">
                <a16:creationId xmlns:a16="http://schemas.microsoft.com/office/drawing/2014/main" id="{7A786020-3052-4D28-B589-02615338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1" name="Shape 359">
            <a:extLst xmlns:a="http://schemas.openxmlformats.org/drawingml/2006/main">
              <a:ext uri="{FF2B5EF4-FFF2-40B4-BE49-F238E27FC236}">
                <a16:creationId xmlns:a16="http://schemas.microsoft.com/office/drawing/2014/main" id="{CCCFA2B4-43E9-4FB4-B95D-6AE5CFC0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2" name="Shape 360">
            <a:extLst xmlns:a="http://schemas.openxmlformats.org/drawingml/2006/main">
              <a:ext uri="{FF2B5EF4-FFF2-40B4-BE49-F238E27FC236}">
                <a16:creationId xmlns:a16="http://schemas.microsoft.com/office/drawing/2014/main" id="{DE7EC8B3-D9D7-46B9-9A13-AECF6C94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3" name="Shape 361">
            <a:extLst xmlns:a="http://schemas.openxmlformats.org/drawingml/2006/main">
              <a:ext uri="{FF2B5EF4-FFF2-40B4-BE49-F238E27FC236}">
                <a16:creationId xmlns:a16="http://schemas.microsoft.com/office/drawing/2014/main" id="{22A4C1E4-FE42-456D-B0CF-0D1A8626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4" name="Shape 362">
            <a:extLst xmlns:a="http://schemas.openxmlformats.org/drawingml/2006/main">
              <a:ext uri="{FF2B5EF4-FFF2-40B4-BE49-F238E27FC236}">
                <a16:creationId xmlns:a16="http://schemas.microsoft.com/office/drawing/2014/main" id="{27BE2C8E-659E-4D6E-BB41-0E486DFC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5" name="Shape 363">
            <a:extLst xmlns:a="http://schemas.openxmlformats.org/drawingml/2006/main">
              <a:ext uri="{FF2B5EF4-FFF2-40B4-BE49-F238E27FC236}">
                <a16:creationId xmlns:a16="http://schemas.microsoft.com/office/drawing/2014/main" id="{D03C4FBF-4173-4B4F-9A25-78DDF954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6" name="Shape 364">
            <a:extLst xmlns:a="http://schemas.openxmlformats.org/drawingml/2006/main">
              <a:ext uri="{FF2B5EF4-FFF2-40B4-BE49-F238E27FC236}">
                <a16:creationId xmlns:a16="http://schemas.microsoft.com/office/drawing/2014/main" id="{C3571A8D-8F26-4E9B-8194-3A41E2A4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7" name="Shape 365">
            <a:extLst xmlns:a="http://schemas.openxmlformats.org/drawingml/2006/main">
              <a:ext uri="{FF2B5EF4-FFF2-40B4-BE49-F238E27FC236}">
                <a16:creationId xmlns:a16="http://schemas.microsoft.com/office/drawing/2014/main" id="{006F33F0-705F-42E7-8D4B-AB23ED37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8" name="Shape 366">
            <a:extLst xmlns:a="http://schemas.openxmlformats.org/drawingml/2006/main">
              <a:ext uri="{FF2B5EF4-FFF2-40B4-BE49-F238E27FC236}">
                <a16:creationId xmlns:a16="http://schemas.microsoft.com/office/drawing/2014/main" id="{8B10577D-ECA2-4B1E-A5F5-F98A0D1D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9" name="Shape 367">
            <a:extLst xmlns:a="http://schemas.openxmlformats.org/drawingml/2006/main">
              <a:ext uri="{FF2B5EF4-FFF2-40B4-BE49-F238E27FC236}">
                <a16:creationId xmlns:a16="http://schemas.microsoft.com/office/drawing/2014/main" id="{3421485C-B47C-4FC1-9F13-73D1FD8A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0" name="Shape 368">
            <a:extLst xmlns:a="http://schemas.openxmlformats.org/drawingml/2006/main">
              <a:ext uri="{FF2B5EF4-FFF2-40B4-BE49-F238E27FC236}">
                <a16:creationId xmlns:a16="http://schemas.microsoft.com/office/drawing/2014/main" id="{3BCB3C79-D87F-4AB1-B5D3-5A5E39E3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1" name="Shape 369">
            <a:extLst xmlns:a="http://schemas.openxmlformats.org/drawingml/2006/main">
              <a:ext uri="{FF2B5EF4-FFF2-40B4-BE49-F238E27FC236}">
                <a16:creationId xmlns:a16="http://schemas.microsoft.com/office/drawing/2014/main" id="{19D58AE1-358D-45CE-8FAB-2D8B2538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2" name="Shape 370">
            <a:extLst xmlns:a="http://schemas.openxmlformats.org/drawingml/2006/main">
              <a:ext uri="{FF2B5EF4-FFF2-40B4-BE49-F238E27FC236}">
                <a16:creationId xmlns:a16="http://schemas.microsoft.com/office/drawing/2014/main" id="{97E68E74-88AE-4CD2-BCBB-5B07D857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3" name="Shape 371">
            <a:extLst xmlns:a="http://schemas.openxmlformats.org/drawingml/2006/main">
              <a:ext uri="{FF2B5EF4-FFF2-40B4-BE49-F238E27FC236}">
                <a16:creationId xmlns:a16="http://schemas.microsoft.com/office/drawing/2014/main" id="{2C40665B-6EA1-4EA0-A79E-492AE3C4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4" name="Shape 372">
            <a:extLst xmlns:a="http://schemas.openxmlformats.org/drawingml/2006/main">
              <a:ext uri="{FF2B5EF4-FFF2-40B4-BE49-F238E27FC236}">
                <a16:creationId xmlns:a16="http://schemas.microsoft.com/office/drawing/2014/main" id="{A6F24260-0229-42BE-99B1-9ED522F3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5" name="Shape 373">
            <a:extLst xmlns:a="http://schemas.openxmlformats.org/drawingml/2006/main">
              <a:ext uri="{FF2B5EF4-FFF2-40B4-BE49-F238E27FC236}">
                <a16:creationId xmlns:a16="http://schemas.microsoft.com/office/drawing/2014/main" id="{C536C8CA-8024-495D-9611-F031D2A5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6" name="Shape 374">
            <a:extLst xmlns:a="http://schemas.openxmlformats.org/drawingml/2006/main">
              <a:ext uri="{FF2B5EF4-FFF2-40B4-BE49-F238E27FC236}">
                <a16:creationId xmlns:a16="http://schemas.microsoft.com/office/drawing/2014/main" id="{9D4551D5-02B2-4C21-A92F-6378293A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7" name="Shape 375">
            <a:extLst xmlns:a="http://schemas.openxmlformats.org/drawingml/2006/main">
              <a:ext uri="{FF2B5EF4-FFF2-40B4-BE49-F238E27FC236}">
                <a16:creationId xmlns:a16="http://schemas.microsoft.com/office/drawing/2014/main" id="{95C5E31E-D61C-42A4-9A01-930A8D3B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8" name="Shape 376">
            <a:extLst xmlns:a="http://schemas.openxmlformats.org/drawingml/2006/main">
              <a:ext uri="{FF2B5EF4-FFF2-40B4-BE49-F238E27FC236}">
                <a16:creationId xmlns:a16="http://schemas.microsoft.com/office/drawing/2014/main" id="{5AB78061-543E-4DD9-BE4C-FD72D5E0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9" name="Shape 377">
            <a:extLst xmlns:a="http://schemas.openxmlformats.org/drawingml/2006/main">
              <a:ext uri="{FF2B5EF4-FFF2-40B4-BE49-F238E27FC236}">
                <a16:creationId xmlns:a16="http://schemas.microsoft.com/office/drawing/2014/main" id="{7D595FE7-799E-4DF2-B558-0D478611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0" name="Shape 378">
            <a:extLst xmlns:a="http://schemas.openxmlformats.org/drawingml/2006/main">
              <a:ext uri="{FF2B5EF4-FFF2-40B4-BE49-F238E27FC236}">
                <a16:creationId xmlns:a16="http://schemas.microsoft.com/office/drawing/2014/main" id="{88698388-D19A-46D8-8796-DBDCAB52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1" name="Shape 379">
            <a:extLst xmlns:a="http://schemas.openxmlformats.org/drawingml/2006/main">
              <a:ext uri="{FF2B5EF4-FFF2-40B4-BE49-F238E27FC236}">
                <a16:creationId xmlns:a16="http://schemas.microsoft.com/office/drawing/2014/main" id="{B66CE6F0-28ED-4FE8-AF74-F8187210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2" name="Shape 380">
            <a:extLst xmlns:a="http://schemas.openxmlformats.org/drawingml/2006/main">
              <a:ext uri="{FF2B5EF4-FFF2-40B4-BE49-F238E27FC236}">
                <a16:creationId xmlns:a16="http://schemas.microsoft.com/office/drawing/2014/main" id="{5BF81DC9-90EC-495C-A811-6A45F9F5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3" name="Shape 381">
            <a:extLst xmlns:a="http://schemas.openxmlformats.org/drawingml/2006/main">
              <a:ext uri="{FF2B5EF4-FFF2-40B4-BE49-F238E27FC236}">
                <a16:creationId xmlns:a16="http://schemas.microsoft.com/office/drawing/2014/main" id="{A5160CF9-D209-4A01-BD23-1BBCEBA6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4" name="Shape 382">
            <a:extLst xmlns:a="http://schemas.openxmlformats.org/drawingml/2006/main">
              <a:ext uri="{FF2B5EF4-FFF2-40B4-BE49-F238E27FC236}">
                <a16:creationId xmlns:a16="http://schemas.microsoft.com/office/drawing/2014/main" id="{E8674131-8D04-4DF7-A6CE-354C1BAB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5" name="Shape 383">
            <a:extLst xmlns:a="http://schemas.openxmlformats.org/drawingml/2006/main">
              <a:ext uri="{FF2B5EF4-FFF2-40B4-BE49-F238E27FC236}">
                <a16:creationId xmlns:a16="http://schemas.microsoft.com/office/drawing/2014/main" id="{C7A71E5B-386D-4FFF-9A36-E52F3938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6" name="Shape 384">
            <a:extLst xmlns:a="http://schemas.openxmlformats.org/drawingml/2006/main">
              <a:ext uri="{FF2B5EF4-FFF2-40B4-BE49-F238E27FC236}">
                <a16:creationId xmlns:a16="http://schemas.microsoft.com/office/drawing/2014/main" id="{AF456A04-F02B-4D61-AFC4-E808E408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7" name="Shape 385">
            <a:extLst xmlns:a="http://schemas.openxmlformats.org/drawingml/2006/main">
              <a:ext uri="{FF2B5EF4-FFF2-40B4-BE49-F238E27FC236}">
                <a16:creationId xmlns:a16="http://schemas.microsoft.com/office/drawing/2014/main" id="{0C20F075-CB85-4A37-B1E5-6EEC66E4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8" name="Shape 386">
            <a:extLst xmlns:a="http://schemas.openxmlformats.org/drawingml/2006/main">
              <a:ext uri="{FF2B5EF4-FFF2-40B4-BE49-F238E27FC236}">
                <a16:creationId xmlns:a16="http://schemas.microsoft.com/office/drawing/2014/main" id="{49865C52-2FBF-49E4-A53D-1326B00D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9" name="Shape 387">
            <a:extLst xmlns:a="http://schemas.openxmlformats.org/drawingml/2006/main">
              <a:ext uri="{FF2B5EF4-FFF2-40B4-BE49-F238E27FC236}">
                <a16:creationId xmlns:a16="http://schemas.microsoft.com/office/drawing/2014/main" id="{B670446C-E25E-4B18-AA6A-C8E55E7B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0" name="Shape 388">
            <a:extLst xmlns:a="http://schemas.openxmlformats.org/drawingml/2006/main">
              <a:ext uri="{FF2B5EF4-FFF2-40B4-BE49-F238E27FC236}">
                <a16:creationId xmlns:a16="http://schemas.microsoft.com/office/drawing/2014/main" id="{9865F230-1C4B-4BF6-9313-CC39158F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1" name="Shape 389">
            <a:extLst xmlns:a="http://schemas.openxmlformats.org/drawingml/2006/main">
              <a:ext uri="{FF2B5EF4-FFF2-40B4-BE49-F238E27FC236}">
                <a16:creationId xmlns:a16="http://schemas.microsoft.com/office/drawing/2014/main" id="{19C4D1E4-FBDC-4425-93EE-58E05201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2" name="Shape 390">
            <a:extLst xmlns:a="http://schemas.openxmlformats.org/drawingml/2006/main">
              <a:ext uri="{FF2B5EF4-FFF2-40B4-BE49-F238E27FC236}">
                <a16:creationId xmlns:a16="http://schemas.microsoft.com/office/drawing/2014/main" id="{5789AA79-1D53-4ABA-B7FA-FA54E4F7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3" name="Shape 391">
            <a:extLst xmlns:a="http://schemas.openxmlformats.org/drawingml/2006/main">
              <a:ext uri="{FF2B5EF4-FFF2-40B4-BE49-F238E27FC236}">
                <a16:creationId xmlns:a16="http://schemas.microsoft.com/office/drawing/2014/main" id="{CBFB2046-AEFC-4671-896E-3F04AC4F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4" name="Shape 392">
            <a:extLst xmlns:a="http://schemas.openxmlformats.org/drawingml/2006/main">
              <a:ext uri="{FF2B5EF4-FFF2-40B4-BE49-F238E27FC236}">
                <a16:creationId xmlns:a16="http://schemas.microsoft.com/office/drawing/2014/main" id="{63A032E3-573A-415C-8C18-32AE7298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5" name="Shape 393">
            <a:extLst xmlns:a="http://schemas.openxmlformats.org/drawingml/2006/main">
              <a:ext uri="{FF2B5EF4-FFF2-40B4-BE49-F238E27FC236}">
                <a16:creationId xmlns:a16="http://schemas.microsoft.com/office/drawing/2014/main" id="{F17EBBB4-8949-4F93-B543-F41E2F9D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6" name="Shape 394">
            <a:extLst xmlns:a="http://schemas.openxmlformats.org/drawingml/2006/main">
              <a:ext uri="{FF2B5EF4-FFF2-40B4-BE49-F238E27FC236}">
                <a16:creationId xmlns:a16="http://schemas.microsoft.com/office/drawing/2014/main" id="{22F8DFFF-7A54-48AF-81EB-CA1853A0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7" name="Shape 395">
            <a:extLst xmlns:a="http://schemas.openxmlformats.org/drawingml/2006/main">
              <a:ext uri="{FF2B5EF4-FFF2-40B4-BE49-F238E27FC236}">
                <a16:creationId xmlns:a16="http://schemas.microsoft.com/office/drawing/2014/main" id="{70EDFD8A-DEA7-4397-A8F3-952F757C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8" name="Shape 396">
            <a:extLst xmlns:a="http://schemas.openxmlformats.org/drawingml/2006/main">
              <a:ext uri="{FF2B5EF4-FFF2-40B4-BE49-F238E27FC236}">
                <a16:creationId xmlns:a16="http://schemas.microsoft.com/office/drawing/2014/main" id="{06E82180-5D7B-45BC-82E0-57019453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9" name="Shape 397">
            <a:extLst xmlns:a="http://schemas.openxmlformats.org/drawingml/2006/main">
              <a:ext uri="{FF2B5EF4-FFF2-40B4-BE49-F238E27FC236}">
                <a16:creationId xmlns:a16="http://schemas.microsoft.com/office/drawing/2014/main" id="{183ECD0F-9BC8-475C-8480-DDB23380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0" name="Shape 398">
            <a:extLst xmlns:a="http://schemas.openxmlformats.org/drawingml/2006/main">
              <a:ext uri="{FF2B5EF4-FFF2-40B4-BE49-F238E27FC236}">
                <a16:creationId xmlns:a16="http://schemas.microsoft.com/office/drawing/2014/main" id="{2FEE2F59-58F9-4BC5-98FD-56530231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1" name="Shape 399">
            <a:extLst xmlns:a="http://schemas.openxmlformats.org/drawingml/2006/main">
              <a:ext uri="{FF2B5EF4-FFF2-40B4-BE49-F238E27FC236}">
                <a16:creationId xmlns:a16="http://schemas.microsoft.com/office/drawing/2014/main" id="{D67D976A-C965-47C7-98B5-067422BB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2" name="Shape 400">
            <a:extLst xmlns:a="http://schemas.openxmlformats.org/drawingml/2006/main">
              <a:ext uri="{FF2B5EF4-FFF2-40B4-BE49-F238E27FC236}">
                <a16:creationId xmlns:a16="http://schemas.microsoft.com/office/drawing/2014/main" id="{E9D0E262-361E-4A7B-9982-683BA598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3" name="Shape 401">
            <a:extLst xmlns:a="http://schemas.openxmlformats.org/drawingml/2006/main">
              <a:ext uri="{FF2B5EF4-FFF2-40B4-BE49-F238E27FC236}">
                <a16:creationId xmlns:a16="http://schemas.microsoft.com/office/drawing/2014/main" id="{1CEFD648-2186-486B-9E4D-A129275F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4" name="Shape 402">
            <a:extLst xmlns:a="http://schemas.openxmlformats.org/drawingml/2006/main">
              <a:ext uri="{FF2B5EF4-FFF2-40B4-BE49-F238E27FC236}">
                <a16:creationId xmlns:a16="http://schemas.microsoft.com/office/drawing/2014/main" id="{7165F98A-7B18-40C2-BC0B-77E43578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5" name="Shape 403">
            <a:extLst xmlns:a="http://schemas.openxmlformats.org/drawingml/2006/main">
              <a:ext uri="{FF2B5EF4-FFF2-40B4-BE49-F238E27FC236}">
                <a16:creationId xmlns:a16="http://schemas.microsoft.com/office/drawing/2014/main" id="{35D8D391-3B3B-46E6-AB78-08259E08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6" name="Shape 404">
            <a:extLst xmlns:a="http://schemas.openxmlformats.org/drawingml/2006/main">
              <a:ext uri="{FF2B5EF4-FFF2-40B4-BE49-F238E27FC236}">
                <a16:creationId xmlns:a16="http://schemas.microsoft.com/office/drawing/2014/main" id="{67525F01-C35F-4FBA-9EBC-263C2F6F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7" name="Shape 405">
            <a:extLst xmlns:a="http://schemas.openxmlformats.org/drawingml/2006/main">
              <a:ext uri="{FF2B5EF4-FFF2-40B4-BE49-F238E27FC236}">
                <a16:creationId xmlns:a16="http://schemas.microsoft.com/office/drawing/2014/main" id="{E99CA823-B64F-4877-AC64-F5FDC6C7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8" name="Shape 406">
            <a:extLst xmlns:a="http://schemas.openxmlformats.org/drawingml/2006/main">
              <a:ext uri="{FF2B5EF4-FFF2-40B4-BE49-F238E27FC236}">
                <a16:creationId xmlns:a16="http://schemas.microsoft.com/office/drawing/2014/main" id="{715320B7-3F36-4BFC-8D0D-FD5FDDAD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9" name="Shape 407">
            <a:extLst xmlns:a="http://schemas.openxmlformats.org/drawingml/2006/main">
              <a:ext uri="{FF2B5EF4-FFF2-40B4-BE49-F238E27FC236}">
                <a16:creationId xmlns:a16="http://schemas.microsoft.com/office/drawing/2014/main" id="{AC62ADEB-0F16-4812-9D0E-0CEEE392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0" name="Shape 408">
            <a:extLst xmlns:a="http://schemas.openxmlformats.org/drawingml/2006/main">
              <a:ext uri="{FF2B5EF4-FFF2-40B4-BE49-F238E27FC236}">
                <a16:creationId xmlns:a16="http://schemas.microsoft.com/office/drawing/2014/main" id="{29686168-D5DE-4859-AF79-967D9C34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1" name="Shape 409">
            <a:extLst xmlns:a="http://schemas.openxmlformats.org/drawingml/2006/main">
              <a:ext uri="{FF2B5EF4-FFF2-40B4-BE49-F238E27FC236}">
                <a16:creationId xmlns:a16="http://schemas.microsoft.com/office/drawing/2014/main" id="{281957A0-AEA1-4306-BF2D-F2320307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2" name="Shape 410">
            <a:extLst xmlns:a="http://schemas.openxmlformats.org/drawingml/2006/main">
              <a:ext uri="{FF2B5EF4-FFF2-40B4-BE49-F238E27FC236}">
                <a16:creationId xmlns:a16="http://schemas.microsoft.com/office/drawing/2014/main" id="{EA911CF1-4332-400C-9E00-394F98DA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3" name="Shape 411">
            <a:extLst xmlns:a="http://schemas.openxmlformats.org/drawingml/2006/main">
              <a:ext uri="{FF2B5EF4-FFF2-40B4-BE49-F238E27FC236}">
                <a16:creationId xmlns:a16="http://schemas.microsoft.com/office/drawing/2014/main" id="{41AAE82D-AD15-43A5-953B-FA445A1B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4" name="Shape 412">
            <a:extLst xmlns:a="http://schemas.openxmlformats.org/drawingml/2006/main">
              <a:ext uri="{FF2B5EF4-FFF2-40B4-BE49-F238E27FC236}">
                <a16:creationId xmlns:a16="http://schemas.microsoft.com/office/drawing/2014/main" id="{77A897CF-04F7-4F91-BC70-3B1E95B8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5" name="Shape 413">
            <a:extLst xmlns:a="http://schemas.openxmlformats.org/drawingml/2006/main">
              <a:ext uri="{FF2B5EF4-FFF2-40B4-BE49-F238E27FC236}">
                <a16:creationId xmlns:a16="http://schemas.microsoft.com/office/drawing/2014/main" id="{F6AC4B29-7113-4EA9-AB4E-9AFF337E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6" name="Shape 414">
            <a:extLst xmlns:a="http://schemas.openxmlformats.org/drawingml/2006/main">
              <a:ext uri="{FF2B5EF4-FFF2-40B4-BE49-F238E27FC236}">
                <a16:creationId xmlns:a16="http://schemas.microsoft.com/office/drawing/2014/main" id="{36B54C7D-E3C3-4F48-9FD8-4E05A767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7" name="Shape 415">
            <a:extLst xmlns:a="http://schemas.openxmlformats.org/drawingml/2006/main">
              <a:ext uri="{FF2B5EF4-FFF2-40B4-BE49-F238E27FC236}">
                <a16:creationId xmlns:a16="http://schemas.microsoft.com/office/drawing/2014/main" id="{DAF0B83A-CDFC-4080-8373-C5021DAB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8" name="Shape 416">
            <a:extLst xmlns:a="http://schemas.openxmlformats.org/drawingml/2006/main">
              <a:ext uri="{FF2B5EF4-FFF2-40B4-BE49-F238E27FC236}">
                <a16:creationId xmlns:a16="http://schemas.microsoft.com/office/drawing/2014/main" id="{1F8AC998-39F7-4871-81A4-3B9E7425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9" name="Shape 417">
            <a:extLst xmlns:a="http://schemas.openxmlformats.org/drawingml/2006/main">
              <a:ext uri="{FF2B5EF4-FFF2-40B4-BE49-F238E27FC236}">
                <a16:creationId xmlns:a16="http://schemas.microsoft.com/office/drawing/2014/main" id="{C8BD0661-2D83-4D06-817E-C2954BEE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0" name="Shape 418">
            <a:extLst xmlns:a="http://schemas.openxmlformats.org/drawingml/2006/main">
              <a:ext uri="{FF2B5EF4-FFF2-40B4-BE49-F238E27FC236}">
                <a16:creationId xmlns:a16="http://schemas.microsoft.com/office/drawing/2014/main" id="{97321D2F-BA4E-4B1B-90DC-10082EC2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1" name="Shape 419">
            <a:extLst xmlns:a="http://schemas.openxmlformats.org/drawingml/2006/main">
              <a:ext uri="{FF2B5EF4-FFF2-40B4-BE49-F238E27FC236}">
                <a16:creationId xmlns:a16="http://schemas.microsoft.com/office/drawing/2014/main" id="{EC3C4B49-1006-40D9-9E1C-04881227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2" name="Shape 420">
            <a:extLst xmlns:a="http://schemas.openxmlformats.org/drawingml/2006/main">
              <a:ext uri="{FF2B5EF4-FFF2-40B4-BE49-F238E27FC236}">
                <a16:creationId xmlns:a16="http://schemas.microsoft.com/office/drawing/2014/main" id="{F629BC77-8F67-4BED-95F0-429677CB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3" name="Shape 421">
            <a:extLst xmlns:a="http://schemas.openxmlformats.org/drawingml/2006/main">
              <a:ext uri="{FF2B5EF4-FFF2-40B4-BE49-F238E27FC236}">
                <a16:creationId xmlns:a16="http://schemas.microsoft.com/office/drawing/2014/main" id="{2455B3CD-39E2-4FD1-93A0-EC395859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4" name="Shape 422">
            <a:extLst xmlns:a="http://schemas.openxmlformats.org/drawingml/2006/main">
              <a:ext uri="{FF2B5EF4-FFF2-40B4-BE49-F238E27FC236}">
                <a16:creationId xmlns:a16="http://schemas.microsoft.com/office/drawing/2014/main" id="{AA57F0EE-1335-4210-AE56-060413F0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5" name="Shape 423">
            <a:extLst xmlns:a="http://schemas.openxmlformats.org/drawingml/2006/main">
              <a:ext uri="{FF2B5EF4-FFF2-40B4-BE49-F238E27FC236}">
                <a16:creationId xmlns:a16="http://schemas.microsoft.com/office/drawing/2014/main" id="{9BF6C709-8BC1-46E9-8926-AD0AFA2E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6" name="Shape 424">
            <a:extLst xmlns:a="http://schemas.openxmlformats.org/drawingml/2006/main">
              <a:ext uri="{FF2B5EF4-FFF2-40B4-BE49-F238E27FC236}">
                <a16:creationId xmlns:a16="http://schemas.microsoft.com/office/drawing/2014/main" id="{84B70EE9-C261-42E5-958E-204BAE61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7" name="Shape 425">
            <a:extLst xmlns:a="http://schemas.openxmlformats.org/drawingml/2006/main">
              <a:ext uri="{FF2B5EF4-FFF2-40B4-BE49-F238E27FC236}">
                <a16:creationId xmlns:a16="http://schemas.microsoft.com/office/drawing/2014/main" id="{3455B4E6-B205-4F68-AD69-1DCCF04A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8" name="Shape 426">
            <a:extLst xmlns:a="http://schemas.openxmlformats.org/drawingml/2006/main">
              <a:ext uri="{FF2B5EF4-FFF2-40B4-BE49-F238E27FC236}">
                <a16:creationId xmlns:a16="http://schemas.microsoft.com/office/drawing/2014/main" id="{9B287315-8BD1-4974-B3C2-927067DD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9" name="Shape 427">
            <a:extLst xmlns:a="http://schemas.openxmlformats.org/drawingml/2006/main">
              <a:ext uri="{FF2B5EF4-FFF2-40B4-BE49-F238E27FC236}">
                <a16:creationId xmlns:a16="http://schemas.microsoft.com/office/drawing/2014/main" id="{C783C5DB-44EB-431F-9F78-F898EDB3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0" name="Shape 428">
            <a:extLst xmlns:a="http://schemas.openxmlformats.org/drawingml/2006/main">
              <a:ext uri="{FF2B5EF4-FFF2-40B4-BE49-F238E27FC236}">
                <a16:creationId xmlns:a16="http://schemas.microsoft.com/office/drawing/2014/main" id="{C5C5A662-0BA8-4EBA-9150-FAB98E91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1" name="Shape 429">
            <a:extLst xmlns:a="http://schemas.openxmlformats.org/drawingml/2006/main">
              <a:ext uri="{FF2B5EF4-FFF2-40B4-BE49-F238E27FC236}">
                <a16:creationId xmlns:a16="http://schemas.microsoft.com/office/drawing/2014/main" id="{1F6CD306-4CD0-467B-A8C9-976A8204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2" name="Shape 430">
            <a:extLst xmlns:a="http://schemas.openxmlformats.org/drawingml/2006/main">
              <a:ext uri="{FF2B5EF4-FFF2-40B4-BE49-F238E27FC236}">
                <a16:creationId xmlns:a16="http://schemas.microsoft.com/office/drawing/2014/main" id="{72A9DB88-6D50-40D4-AFB5-7AC77AFA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3" name="Shape 431">
            <a:extLst xmlns:a="http://schemas.openxmlformats.org/drawingml/2006/main">
              <a:ext uri="{FF2B5EF4-FFF2-40B4-BE49-F238E27FC236}">
                <a16:creationId xmlns:a16="http://schemas.microsoft.com/office/drawing/2014/main" id="{A22FE558-86E3-4918-91D1-A0D8A941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4" name="Shape 432">
            <a:extLst xmlns:a="http://schemas.openxmlformats.org/drawingml/2006/main">
              <a:ext uri="{FF2B5EF4-FFF2-40B4-BE49-F238E27FC236}">
                <a16:creationId xmlns:a16="http://schemas.microsoft.com/office/drawing/2014/main" id="{B3E2A547-8660-4C23-957A-F7EFE9A5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5" name="Shape 433">
            <a:extLst xmlns:a="http://schemas.openxmlformats.org/drawingml/2006/main">
              <a:ext uri="{FF2B5EF4-FFF2-40B4-BE49-F238E27FC236}">
                <a16:creationId xmlns:a16="http://schemas.microsoft.com/office/drawing/2014/main" id="{6F0E255A-7BC3-4B77-99F5-F5CCB104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6" name="Shape 434">
            <a:extLst xmlns:a="http://schemas.openxmlformats.org/drawingml/2006/main">
              <a:ext uri="{FF2B5EF4-FFF2-40B4-BE49-F238E27FC236}">
                <a16:creationId xmlns:a16="http://schemas.microsoft.com/office/drawing/2014/main" id="{4BF19ACC-7610-40B8-A3A1-2C94A747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7" name="Shape 435">
            <a:extLst xmlns:a="http://schemas.openxmlformats.org/drawingml/2006/main">
              <a:ext uri="{FF2B5EF4-FFF2-40B4-BE49-F238E27FC236}">
                <a16:creationId xmlns:a16="http://schemas.microsoft.com/office/drawing/2014/main" id="{63499794-5A27-42D0-BB83-023D6A71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8" name="Shape 436">
            <a:extLst xmlns:a="http://schemas.openxmlformats.org/drawingml/2006/main">
              <a:ext uri="{FF2B5EF4-FFF2-40B4-BE49-F238E27FC236}">
                <a16:creationId xmlns:a16="http://schemas.microsoft.com/office/drawing/2014/main" id="{9787AB61-CAC4-41DC-8BAD-0233CE96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9" name="Shape 437">
            <a:extLst xmlns:a="http://schemas.openxmlformats.org/drawingml/2006/main">
              <a:ext uri="{FF2B5EF4-FFF2-40B4-BE49-F238E27FC236}">
                <a16:creationId xmlns:a16="http://schemas.microsoft.com/office/drawing/2014/main" id="{31C80F46-2147-41FA-BBD3-9E910604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0" name="Shape 438">
            <a:extLst xmlns:a="http://schemas.openxmlformats.org/drawingml/2006/main">
              <a:ext uri="{FF2B5EF4-FFF2-40B4-BE49-F238E27FC236}">
                <a16:creationId xmlns:a16="http://schemas.microsoft.com/office/drawing/2014/main" id="{76966CD0-6D4B-4F8D-B293-A1F42C23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1" name="Shape 439">
            <a:extLst xmlns:a="http://schemas.openxmlformats.org/drawingml/2006/main">
              <a:ext uri="{FF2B5EF4-FFF2-40B4-BE49-F238E27FC236}">
                <a16:creationId xmlns:a16="http://schemas.microsoft.com/office/drawing/2014/main" id="{711FB4E1-B604-45C2-A859-DAD80D2C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2" name="Shape 440">
            <a:extLst xmlns:a="http://schemas.openxmlformats.org/drawingml/2006/main">
              <a:ext uri="{FF2B5EF4-FFF2-40B4-BE49-F238E27FC236}">
                <a16:creationId xmlns:a16="http://schemas.microsoft.com/office/drawing/2014/main" id="{FEE41F30-41CD-4755-890C-4811E1D5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3" name="Shape 441">
            <a:extLst xmlns:a="http://schemas.openxmlformats.org/drawingml/2006/main">
              <a:ext uri="{FF2B5EF4-FFF2-40B4-BE49-F238E27FC236}">
                <a16:creationId xmlns:a16="http://schemas.microsoft.com/office/drawing/2014/main" id="{08D13F0A-84C7-4759-BBA1-625F33E2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4" name="Shape 442">
            <a:extLst xmlns:a="http://schemas.openxmlformats.org/drawingml/2006/main">
              <a:ext uri="{FF2B5EF4-FFF2-40B4-BE49-F238E27FC236}">
                <a16:creationId xmlns:a16="http://schemas.microsoft.com/office/drawing/2014/main" id="{D88879DF-CD9F-4DF5-8934-E0141B4C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5" name="Shape 443">
            <a:extLst xmlns:a="http://schemas.openxmlformats.org/drawingml/2006/main">
              <a:ext uri="{FF2B5EF4-FFF2-40B4-BE49-F238E27FC236}">
                <a16:creationId xmlns:a16="http://schemas.microsoft.com/office/drawing/2014/main" id="{68E32C08-9F11-4B90-9B49-9D401E2A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6" name="Shape 444">
            <a:extLst xmlns:a="http://schemas.openxmlformats.org/drawingml/2006/main">
              <a:ext uri="{FF2B5EF4-FFF2-40B4-BE49-F238E27FC236}">
                <a16:creationId xmlns:a16="http://schemas.microsoft.com/office/drawing/2014/main" id="{552F13EE-1AB8-4704-83C5-F7D6DE7A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7" name="Shape 445">
            <a:extLst xmlns:a="http://schemas.openxmlformats.org/drawingml/2006/main">
              <a:ext uri="{FF2B5EF4-FFF2-40B4-BE49-F238E27FC236}">
                <a16:creationId xmlns:a16="http://schemas.microsoft.com/office/drawing/2014/main" id="{7ADDA1F3-4795-4F09-8E01-8DCDFE70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8" name="Shape 446">
            <a:extLst xmlns:a="http://schemas.openxmlformats.org/drawingml/2006/main">
              <a:ext uri="{FF2B5EF4-FFF2-40B4-BE49-F238E27FC236}">
                <a16:creationId xmlns:a16="http://schemas.microsoft.com/office/drawing/2014/main" id="{5512FB69-13B9-4D2B-BDA3-396DDBAA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9" name="Shape 447">
            <a:extLst xmlns:a="http://schemas.openxmlformats.org/drawingml/2006/main">
              <a:ext uri="{FF2B5EF4-FFF2-40B4-BE49-F238E27FC236}">
                <a16:creationId xmlns:a16="http://schemas.microsoft.com/office/drawing/2014/main" id="{00F6371D-71B3-4136-AADF-04AC5BB7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0" name="Shape 448">
            <a:extLst xmlns:a="http://schemas.openxmlformats.org/drawingml/2006/main">
              <a:ext uri="{FF2B5EF4-FFF2-40B4-BE49-F238E27FC236}">
                <a16:creationId xmlns:a16="http://schemas.microsoft.com/office/drawing/2014/main" id="{77490A94-F300-4F42-9288-EBEAB0D8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1" name="Shape 449">
            <a:extLst xmlns:a="http://schemas.openxmlformats.org/drawingml/2006/main">
              <a:ext uri="{FF2B5EF4-FFF2-40B4-BE49-F238E27FC236}">
                <a16:creationId xmlns:a16="http://schemas.microsoft.com/office/drawing/2014/main" id="{1854C751-B60E-4AD0-9E15-90BCA858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2" name="Shape 450">
            <a:extLst xmlns:a="http://schemas.openxmlformats.org/drawingml/2006/main">
              <a:ext uri="{FF2B5EF4-FFF2-40B4-BE49-F238E27FC236}">
                <a16:creationId xmlns:a16="http://schemas.microsoft.com/office/drawing/2014/main" id="{F5CF8758-D92B-4357-A9D0-8F9597F1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3" name="Shape 451">
            <a:extLst xmlns:a="http://schemas.openxmlformats.org/drawingml/2006/main">
              <a:ext uri="{FF2B5EF4-FFF2-40B4-BE49-F238E27FC236}">
                <a16:creationId xmlns:a16="http://schemas.microsoft.com/office/drawing/2014/main" id="{C5A1163D-F11C-4764-9D93-849CA58C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4" name="Shape 452">
            <a:extLst xmlns:a="http://schemas.openxmlformats.org/drawingml/2006/main">
              <a:ext uri="{FF2B5EF4-FFF2-40B4-BE49-F238E27FC236}">
                <a16:creationId xmlns:a16="http://schemas.microsoft.com/office/drawing/2014/main" id="{C6BDADEE-E12D-41AF-BCD8-F605698E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5" name="Shape 453">
            <a:extLst xmlns:a="http://schemas.openxmlformats.org/drawingml/2006/main">
              <a:ext uri="{FF2B5EF4-FFF2-40B4-BE49-F238E27FC236}">
                <a16:creationId xmlns:a16="http://schemas.microsoft.com/office/drawing/2014/main" id="{ADE729D1-1E7C-4A17-9C7F-AC33C955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6" name="Shape 454">
            <a:extLst xmlns:a="http://schemas.openxmlformats.org/drawingml/2006/main">
              <a:ext uri="{FF2B5EF4-FFF2-40B4-BE49-F238E27FC236}">
                <a16:creationId xmlns:a16="http://schemas.microsoft.com/office/drawing/2014/main" id="{AE8D8B77-2F8E-4E6D-A91B-EC28B720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7" name="Shape 455">
            <a:extLst xmlns:a="http://schemas.openxmlformats.org/drawingml/2006/main">
              <a:ext uri="{FF2B5EF4-FFF2-40B4-BE49-F238E27FC236}">
                <a16:creationId xmlns:a16="http://schemas.microsoft.com/office/drawing/2014/main" id="{82B0BF00-C319-4D8B-B59C-E0489402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8" name="Shape 456">
            <a:extLst xmlns:a="http://schemas.openxmlformats.org/drawingml/2006/main">
              <a:ext uri="{FF2B5EF4-FFF2-40B4-BE49-F238E27FC236}">
                <a16:creationId xmlns:a16="http://schemas.microsoft.com/office/drawing/2014/main" id="{D377E7AE-9B1C-4DFE-BA2D-3873B3B3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9" name="Shape 457">
            <a:extLst xmlns:a="http://schemas.openxmlformats.org/drawingml/2006/main">
              <a:ext uri="{FF2B5EF4-FFF2-40B4-BE49-F238E27FC236}">
                <a16:creationId xmlns:a16="http://schemas.microsoft.com/office/drawing/2014/main" id="{1F0A3ACB-7A29-4A6E-8CD6-D145FD3C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0" name="Shape 458">
            <a:extLst xmlns:a="http://schemas.openxmlformats.org/drawingml/2006/main">
              <a:ext uri="{FF2B5EF4-FFF2-40B4-BE49-F238E27FC236}">
                <a16:creationId xmlns:a16="http://schemas.microsoft.com/office/drawing/2014/main" id="{8EC909DB-9E39-41CC-AF26-3E2937BD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1" name="Shape 459">
            <a:extLst xmlns:a="http://schemas.openxmlformats.org/drawingml/2006/main">
              <a:ext uri="{FF2B5EF4-FFF2-40B4-BE49-F238E27FC236}">
                <a16:creationId xmlns:a16="http://schemas.microsoft.com/office/drawing/2014/main" id="{F3600417-255D-49F5-91E6-8ED641BB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2" name="Shape 460">
            <a:extLst xmlns:a="http://schemas.openxmlformats.org/drawingml/2006/main">
              <a:ext uri="{FF2B5EF4-FFF2-40B4-BE49-F238E27FC236}">
                <a16:creationId xmlns:a16="http://schemas.microsoft.com/office/drawing/2014/main" id="{19200AD2-5066-47C0-A453-37F48584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3" name="Shape 461">
            <a:extLst xmlns:a="http://schemas.openxmlformats.org/drawingml/2006/main">
              <a:ext uri="{FF2B5EF4-FFF2-40B4-BE49-F238E27FC236}">
                <a16:creationId xmlns:a16="http://schemas.microsoft.com/office/drawing/2014/main" id="{356AC875-6B2F-4ADC-96F5-625C2F96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4" name="Shape 462">
            <a:extLst xmlns:a="http://schemas.openxmlformats.org/drawingml/2006/main">
              <a:ext uri="{FF2B5EF4-FFF2-40B4-BE49-F238E27FC236}">
                <a16:creationId xmlns:a16="http://schemas.microsoft.com/office/drawing/2014/main" id="{FAF891ED-9F5E-4CAA-B343-B5E09368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5" name="Shape 463">
            <a:extLst xmlns:a="http://schemas.openxmlformats.org/drawingml/2006/main">
              <a:ext uri="{FF2B5EF4-FFF2-40B4-BE49-F238E27FC236}">
                <a16:creationId xmlns:a16="http://schemas.microsoft.com/office/drawing/2014/main" id="{A9B0D132-8E15-4C79-BAE5-A7C8DAEA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6" name="Shape 464">
            <a:extLst xmlns:a="http://schemas.openxmlformats.org/drawingml/2006/main">
              <a:ext uri="{FF2B5EF4-FFF2-40B4-BE49-F238E27FC236}">
                <a16:creationId xmlns:a16="http://schemas.microsoft.com/office/drawing/2014/main" id="{7539CB35-5516-4B74-A7ED-EF83F879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7" name="Shape 465">
            <a:extLst xmlns:a="http://schemas.openxmlformats.org/drawingml/2006/main">
              <a:ext uri="{FF2B5EF4-FFF2-40B4-BE49-F238E27FC236}">
                <a16:creationId xmlns:a16="http://schemas.microsoft.com/office/drawing/2014/main" id="{60E51183-346A-404C-8C13-ABDA3425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8" name="Shape 466">
            <a:extLst xmlns:a="http://schemas.openxmlformats.org/drawingml/2006/main">
              <a:ext uri="{FF2B5EF4-FFF2-40B4-BE49-F238E27FC236}">
                <a16:creationId xmlns:a16="http://schemas.microsoft.com/office/drawing/2014/main" id="{29DCB49A-1982-4579-AD54-D719C1B6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9" name="Shape 467">
            <a:extLst xmlns:a="http://schemas.openxmlformats.org/drawingml/2006/main">
              <a:ext uri="{FF2B5EF4-FFF2-40B4-BE49-F238E27FC236}">
                <a16:creationId xmlns:a16="http://schemas.microsoft.com/office/drawing/2014/main" id="{03911B3E-1C46-4115-BEA3-4C3AFDB8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0" name="Shape 468">
            <a:extLst xmlns:a="http://schemas.openxmlformats.org/drawingml/2006/main">
              <a:ext uri="{FF2B5EF4-FFF2-40B4-BE49-F238E27FC236}">
                <a16:creationId xmlns:a16="http://schemas.microsoft.com/office/drawing/2014/main" id="{09FB84BB-4660-4AAA-9AF3-9DE0B396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1" name="Shape 469">
            <a:extLst xmlns:a="http://schemas.openxmlformats.org/drawingml/2006/main">
              <a:ext uri="{FF2B5EF4-FFF2-40B4-BE49-F238E27FC236}">
                <a16:creationId xmlns:a16="http://schemas.microsoft.com/office/drawing/2014/main" id="{CB50C427-ED30-4309-9AC4-8F046C5C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2" name="Shape 470">
            <a:extLst xmlns:a="http://schemas.openxmlformats.org/drawingml/2006/main">
              <a:ext uri="{FF2B5EF4-FFF2-40B4-BE49-F238E27FC236}">
                <a16:creationId xmlns:a16="http://schemas.microsoft.com/office/drawing/2014/main" id="{B513CEA9-DBCD-48DD-86A1-CDCF3FEC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3" name="Shape 471">
            <a:extLst xmlns:a="http://schemas.openxmlformats.org/drawingml/2006/main">
              <a:ext uri="{FF2B5EF4-FFF2-40B4-BE49-F238E27FC236}">
                <a16:creationId xmlns:a16="http://schemas.microsoft.com/office/drawing/2014/main" id="{826E082C-BEC5-43BB-917A-67505624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4" name="Shape 472">
            <a:extLst xmlns:a="http://schemas.openxmlformats.org/drawingml/2006/main">
              <a:ext uri="{FF2B5EF4-FFF2-40B4-BE49-F238E27FC236}">
                <a16:creationId xmlns:a16="http://schemas.microsoft.com/office/drawing/2014/main" id="{9F362578-6B4F-485A-AD1E-5646422F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5" name="Shape 473">
            <a:extLst xmlns:a="http://schemas.openxmlformats.org/drawingml/2006/main">
              <a:ext uri="{FF2B5EF4-FFF2-40B4-BE49-F238E27FC236}">
                <a16:creationId xmlns:a16="http://schemas.microsoft.com/office/drawing/2014/main" id="{AEF3B3F8-D889-4BBE-9509-57ED3288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6" name="Shape 474">
            <a:extLst xmlns:a="http://schemas.openxmlformats.org/drawingml/2006/main">
              <a:ext uri="{FF2B5EF4-FFF2-40B4-BE49-F238E27FC236}">
                <a16:creationId xmlns:a16="http://schemas.microsoft.com/office/drawing/2014/main" id="{F3263CA8-8A37-4647-A2D2-31DA14C3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7" name="Shape 475">
            <a:extLst xmlns:a="http://schemas.openxmlformats.org/drawingml/2006/main">
              <a:ext uri="{FF2B5EF4-FFF2-40B4-BE49-F238E27FC236}">
                <a16:creationId xmlns:a16="http://schemas.microsoft.com/office/drawing/2014/main" id="{ACCFB0A7-EA0C-40D2-9624-D7143814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8" name="Shape 476">
            <a:extLst xmlns:a="http://schemas.openxmlformats.org/drawingml/2006/main">
              <a:ext uri="{FF2B5EF4-FFF2-40B4-BE49-F238E27FC236}">
                <a16:creationId xmlns:a16="http://schemas.microsoft.com/office/drawing/2014/main" id="{DC4F5EBB-BBED-4BED-A08C-8CB2F5A1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9" name="Shape 477">
            <a:extLst xmlns:a="http://schemas.openxmlformats.org/drawingml/2006/main">
              <a:ext uri="{FF2B5EF4-FFF2-40B4-BE49-F238E27FC236}">
                <a16:creationId xmlns:a16="http://schemas.microsoft.com/office/drawing/2014/main" id="{25E8800D-913B-4B8B-99C3-4DC4FDCF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0" name="Shape 478">
            <a:extLst xmlns:a="http://schemas.openxmlformats.org/drawingml/2006/main">
              <a:ext uri="{FF2B5EF4-FFF2-40B4-BE49-F238E27FC236}">
                <a16:creationId xmlns:a16="http://schemas.microsoft.com/office/drawing/2014/main" id="{EB1705F0-3563-486A-A87C-9C4F0235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1" name="Shape 479">
            <a:extLst xmlns:a="http://schemas.openxmlformats.org/drawingml/2006/main">
              <a:ext uri="{FF2B5EF4-FFF2-40B4-BE49-F238E27FC236}">
                <a16:creationId xmlns:a16="http://schemas.microsoft.com/office/drawing/2014/main" id="{79E9DB9A-0E4B-4D99-B530-F78FF335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2" name="Shape 480">
            <a:extLst xmlns:a="http://schemas.openxmlformats.org/drawingml/2006/main">
              <a:ext uri="{FF2B5EF4-FFF2-40B4-BE49-F238E27FC236}">
                <a16:creationId xmlns:a16="http://schemas.microsoft.com/office/drawing/2014/main" id="{E7632F5F-AD97-4BAA-AFB9-D5BF6E9F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3" name="Shape 481">
            <a:extLst xmlns:a="http://schemas.openxmlformats.org/drawingml/2006/main">
              <a:ext uri="{FF2B5EF4-FFF2-40B4-BE49-F238E27FC236}">
                <a16:creationId xmlns:a16="http://schemas.microsoft.com/office/drawing/2014/main" id="{F9C36FB9-ACC8-407D-8A98-C56830D6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4" name="Shape 482">
            <a:extLst xmlns:a="http://schemas.openxmlformats.org/drawingml/2006/main">
              <a:ext uri="{FF2B5EF4-FFF2-40B4-BE49-F238E27FC236}">
                <a16:creationId xmlns:a16="http://schemas.microsoft.com/office/drawing/2014/main" id="{2C4CB7DD-E6B0-41F9-9103-19A2201E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5" name="Shape 483">
            <a:extLst xmlns:a="http://schemas.openxmlformats.org/drawingml/2006/main">
              <a:ext uri="{FF2B5EF4-FFF2-40B4-BE49-F238E27FC236}">
                <a16:creationId xmlns:a16="http://schemas.microsoft.com/office/drawing/2014/main" id="{916103ED-BBFB-49C7-B64E-CE2C17C2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6" name="Shape 484">
            <a:extLst xmlns:a="http://schemas.openxmlformats.org/drawingml/2006/main">
              <a:ext uri="{FF2B5EF4-FFF2-40B4-BE49-F238E27FC236}">
                <a16:creationId xmlns:a16="http://schemas.microsoft.com/office/drawing/2014/main" id="{14A66A28-4C78-498B-8CA0-6DF2F7F3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7" name="Shape 485">
            <a:extLst xmlns:a="http://schemas.openxmlformats.org/drawingml/2006/main">
              <a:ext uri="{FF2B5EF4-FFF2-40B4-BE49-F238E27FC236}">
                <a16:creationId xmlns:a16="http://schemas.microsoft.com/office/drawing/2014/main" id="{05BA97C3-52F7-42EF-ACE8-0220B1A3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8" name="Shape 486">
            <a:extLst xmlns:a="http://schemas.openxmlformats.org/drawingml/2006/main">
              <a:ext uri="{FF2B5EF4-FFF2-40B4-BE49-F238E27FC236}">
                <a16:creationId xmlns:a16="http://schemas.microsoft.com/office/drawing/2014/main" id="{EA0E5C66-DBAE-403B-BFBC-807E9F94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9" name="Shape 487">
            <a:extLst xmlns:a="http://schemas.openxmlformats.org/drawingml/2006/main">
              <a:ext uri="{FF2B5EF4-FFF2-40B4-BE49-F238E27FC236}">
                <a16:creationId xmlns:a16="http://schemas.microsoft.com/office/drawing/2014/main" id="{A1C6ED9C-14EF-4ECC-8480-120FAB56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0" name="Shape 488">
            <a:extLst xmlns:a="http://schemas.openxmlformats.org/drawingml/2006/main">
              <a:ext uri="{FF2B5EF4-FFF2-40B4-BE49-F238E27FC236}">
                <a16:creationId xmlns:a16="http://schemas.microsoft.com/office/drawing/2014/main" id="{41E1CF74-A06A-4873-A2AB-901EA604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1" name="Shape 489">
            <a:extLst xmlns:a="http://schemas.openxmlformats.org/drawingml/2006/main">
              <a:ext uri="{FF2B5EF4-FFF2-40B4-BE49-F238E27FC236}">
                <a16:creationId xmlns:a16="http://schemas.microsoft.com/office/drawing/2014/main" id="{E53A9961-C2A3-4E9D-A7EA-1F492C37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2" name="Shape 490">
            <a:extLst xmlns:a="http://schemas.openxmlformats.org/drawingml/2006/main">
              <a:ext uri="{FF2B5EF4-FFF2-40B4-BE49-F238E27FC236}">
                <a16:creationId xmlns:a16="http://schemas.microsoft.com/office/drawing/2014/main" id="{077E3CD1-CD56-40BA-A4A6-13988F9F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3" name="Shape 491">
            <a:extLst xmlns:a="http://schemas.openxmlformats.org/drawingml/2006/main">
              <a:ext uri="{FF2B5EF4-FFF2-40B4-BE49-F238E27FC236}">
                <a16:creationId xmlns:a16="http://schemas.microsoft.com/office/drawing/2014/main" id="{FB8DDD42-6336-4DA2-8B6F-19C1E9CA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4" name="Shape 492">
            <a:extLst xmlns:a="http://schemas.openxmlformats.org/drawingml/2006/main">
              <a:ext uri="{FF2B5EF4-FFF2-40B4-BE49-F238E27FC236}">
                <a16:creationId xmlns:a16="http://schemas.microsoft.com/office/drawing/2014/main" id="{57991D92-678C-4933-82BF-BAA18496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5" name="Shape 493">
            <a:extLst xmlns:a="http://schemas.openxmlformats.org/drawingml/2006/main">
              <a:ext uri="{FF2B5EF4-FFF2-40B4-BE49-F238E27FC236}">
                <a16:creationId xmlns:a16="http://schemas.microsoft.com/office/drawing/2014/main" id="{66E3E785-A66B-4F00-8041-042C4FDC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6" name="Shape 494">
            <a:extLst xmlns:a="http://schemas.openxmlformats.org/drawingml/2006/main">
              <a:ext uri="{FF2B5EF4-FFF2-40B4-BE49-F238E27FC236}">
                <a16:creationId xmlns:a16="http://schemas.microsoft.com/office/drawing/2014/main" id="{7FE32247-D7B7-48DD-AC6A-2F1B9914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7" name="Shape 495">
            <a:extLst xmlns:a="http://schemas.openxmlformats.org/drawingml/2006/main">
              <a:ext uri="{FF2B5EF4-FFF2-40B4-BE49-F238E27FC236}">
                <a16:creationId xmlns:a16="http://schemas.microsoft.com/office/drawing/2014/main" id="{94194E79-82FB-4AE7-BC23-46E42A85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8" name="Shape 496">
            <a:extLst xmlns:a="http://schemas.openxmlformats.org/drawingml/2006/main">
              <a:ext uri="{FF2B5EF4-FFF2-40B4-BE49-F238E27FC236}">
                <a16:creationId xmlns:a16="http://schemas.microsoft.com/office/drawing/2014/main" id="{7A0C97F1-48BC-4C0E-8BC8-A191A055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9" name="Shape 497">
            <a:extLst xmlns:a="http://schemas.openxmlformats.org/drawingml/2006/main">
              <a:ext uri="{FF2B5EF4-FFF2-40B4-BE49-F238E27FC236}">
                <a16:creationId xmlns:a16="http://schemas.microsoft.com/office/drawing/2014/main" id="{AAEB0CE4-27DC-4FA4-AC65-7EC5941B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0" name="Shape 498">
            <a:extLst xmlns:a="http://schemas.openxmlformats.org/drawingml/2006/main">
              <a:ext uri="{FF2B5EF4-FFF2-40B4-BE49-F238E27FC236}">
                <a16:creationId xmlns:a16="http://schemas.microsoft.com/office/drawing/2014/main" id="{0BBA5786-98BC-4353-99B0-E2C4ED36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1" name="Shape 499">
            <a:extLst xmlns:a="http://schemas.openxmlformats.org/drawingml/2006/main">
              <a:ext uri="{FF2B5EF4-FFF2-40B4-BE49-F238E27FC236}">
                <a16:creationId xmlns:a16="http://schemas.microsoft.com/office/drawing/2014/main" id="{3EBF10BB-75BC-44B8-82CA-B056E065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2" name="Shape 500">
            <a:extLst xmlns:a="http://schemas.openxmlformats.org/drawingml/2006/main">
              <a:ext uri="{FF2B5EF4-FFF2-40B4-BE49-F238E27FC236}">
                <a16:creationId xmlns:a16="http://schemas.microsoft.com/office/drawing/2014/main" id="{19631CE4-FF41-4D2D-BDC4-CF62E570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3" name="Shape 501">
            <a:extLst xmlns:a="http://schemas.openxmlformats.org/drawingml/2006/main">
              <a:ext uri="{FF2B5EF4-FFF2-40B4-BE49-F238E27FC236}">
                <a16:creationId xmlns:a16="http://schemas.microsoft.com/office/drawing/2014/main" id="{78283C72-0137-4583-807B-596744E6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4" name="Shape 502">
            <a:extLst xmlns:a="http://schemas.openxmlformats.org/drawingml/2006/main">
              <a:ext uri="{FF2B5EF4-FFF2-40B4-BE49-F238E27FC236}">
                <a16:creationId xmlns:a16="http://schemas.microsoft.com/office/drawing/2014/main" id="{383006C8-9E7D-4160-9C35-1CCAE80D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5" name="Shape 503">
            <a:extLst xmlns:a="http://schemas.openxmlformats.org/drawingml/2006/main">
              <a:ext uri="{FF2B5EF4-FFF2-40B4-BE49-F238E27FC236}">
                <a16:creationId xmlns:a16="http://schemas.microsoft.com/office/drawing/2014/main" id="{F54536FE-905B-4AEA-8EC5-F6937844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6" name="Shape 504">
            <a:extLst xmlns:a="http://schemas.openxmlformats.org/drawingml/2006/main">
              <a:ext uri="{FF2B5EF4-FFF2-40B4-BE49-F238E27FC236}">
                <a16:creationId xmlns:a16="http://schemas.microsoft.com/office/drawing/2014/main" id="{C2FBDEA3-4FB9-40A8-AEB0-548FFC42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7" name="Shape 505">
            <a:extLst xmlns:a="http://schemas.openxmlformats.org/drawingml/2006/main">
              <a:ext uri="{FF2B5EF4-FFF2-40B4-BE49-F238E27FC236}">
                <a16:creationId xmlns:a16="http://schemas.microsoft.com/office/drawing/2014/main" id="{2E0A92D2-F086-4330-8E0F-2EEFBD2F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8" name="Shape 506">
            <a:extLst xmlns:a="http://schemas.openxmlformats.org/drawingml/2006/main">
              <a:ext uri="{FF2B5EF4-FFF2-40B4-BE49-F238E27FC236}">
                <a16:creationId xmlns:a16="http://schemas.microsoft.com/office/drawing/2014/main" id="{40DC369E-B168-44AA-8FB3-52035F01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9" name="Shape 507">
            <a:extLst xmlns:a="http://schemas.openxmlformats.org/drawingml/2006/main">
              <a:ext uri="{FF2B5EF4-FFF2-40B4-BE49-F238E27FC236}">
                <a16:creationId xmlns:a16="http://schemas.microsoft.com/office/drawing/2014/main" id="{43F61321-8EA8-4D55-AB4D-E869D60F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0" name="Shape 508">
            <a:extLst xmlns:a="http://schemas.openxmlformats.org/drawingml/2006/main">
              <a:ext uri="{FF2B5EF4-FFF2-40B4-BE49-F238E27FC236}">
                <a16:creationId xmlns:a16="http://schemas.microsoft.com/office/drawing/2014/main" id="{69AE80F1-92C5-4506-8FFA-254BADB9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1" name="Shape 509">
            <a:extLst xmlns:a="http://schemas.openxmlformats.org/drawingml/2006/main">
              <a:ext uri="{FF2B5EF4-FFF2-40B4-BE49-F238E27FC236}">
                <a16:creationId xmlns:a16="http://schemas.microsoft.com/office/drawing/2014/main" id="{4939D208-1948-419C-BE2A-9D187A6F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2" name="Shape 510">
            <a:extLst xmlns:a="http://schemas.openxmlformats.org/drawingml/2006/main">
              <a:ext uri="{FF2B5EF4-FFF2-40B4-BE49-F238E27FC236}">
                <a16:creationId xmlns:a16="http://schemas.microsoft.com/office/drawing/2014/main" id="{F19CBBC6-7D1F-42C1-AE8E-F4D374B8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3" name="Shape 511">
            <a:extLst xmlns:a="http://schemas.openxmlformats.org/drawingml/2006/main">
              <a:ext uri="{FF2B5EF4-FFF2-40B4-BE49-F238E27FC236}">
                <a16:creationId xmlns:a16="http://schemas.microsoft.com/office/drawing/2014/main" id="{47F5B158-A64F-4F0D-9CC1-625E9706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4" name="Shape 512">
            <a:extLst xmlns:a="http://schemas.openxmlformats.org/drawingml/2006/main">
              <a:ext uri="{FF2B5EF4-FFF2-40B4-BE49-F238E27FC236}">
                <a16:creationId xmlns:a16="http://schemas.microsoft.com/office/drawing/2014/main" id="{110CB443-B546-42B3-96F4-C1F87581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5" name="Shape 513">
            <a:extLst xmlns:a="http://schemas.openxmlformats.org/drawingml/2006/main">
              <a:ext uri="{FF2B5EF4-FFF2-40B4-BE49-F238E27FC236}">
                <a16:creationId xmlns:a16="http://schemas.microsoft.com/office/drawing/2014/main" id="{3BA2DAB6-C378-4C3D-A470-52606C24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6" name="Shape 514">
            <a:extLst xmlns:a="http://schemas.openxmlformats.org/drawingml/2006/main">
              <a:ext uri="{FF2B5EF4-FFF2-40B4-BE49-F238E27FC236}">
                <a16:creationId xmlns:a16="http://schemas.microsoft.com/office/drawing/2014/main" id="{4CD18B8C-FAC6-4DEC-9109-88ED4E8D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7" name="Shape 515">
            <a:extLst xmlns:a="http://schemas.openxmlformats.org/drawingml/2006/main">
              <a:ext uri="{FF2B5EF4-FFF2-40B4-BE49-F238E27FC236}">
                <a16:creationId xmlns:a16="http://schemas.microsoft.com/office/drawing/2014/main" id="{772FA03A-AA05-4827-9E12-F1631E37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8" name="Shape 516">
            <a:extLst xmlns:a="http://schemas.openxmlformats.org/drawingml/2006/main">
              <a:ext uri="{FF2B5EF4-FFF2-40B4-BE49-F238E27FC236}">
                <a16:creationId xmlns:a16="http://schemas.microsoft.com/office/drawing/2014/main" id="{C59E1C32-5F78-4885-8505-77555E87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9" name="Shape 517">
            <a:extLst xmlns:a="http://schemas.openxmlformats.org/drawingml/2006/main">
              <a:ext uri="{FF2B5EF4-FFF2-40B4-BE49-F238E27FC236}">
                <a16:creationId xmlns:a16="http://schemas.microsoft.com/office/drawing/2014/main" id="{584D1C78-E6EA-4A7F-AC91-83137972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0" name="Shape 518">
            <a:extLst xmlns:a="http://schemas.openxmlformats.org/drawingml/2006/main">
              <a:ext uri="{FF2B5EF4-FFF2-40B4-BE49-F238E27FC236}">
                <a16:creationId xmlns:a16="http://schemas.microsoft.com/office/drawing/2014/main" id="{380323DF-EF3A-4D87-B5BC-4B3F0163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1" name="Shape 519">
            <a:extLst xmlns:a="http://schemas.openxmlformats.org/drawingml/2006/main">
              <a:ext uri="{FF2B5EF4-FFF2-40B4-BE49-F238E27FC236}">
                <a16:creationId xmlns:a16="http://schemas.microsoft.com/office/drawing/2014/main" id="{EFF6E978-8F47-4A1B-B9AD-E9EC97EA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2" name="Shape 520">
            <a:extLst xmlns:a="http://schemas.openxmlformats.org/drawingml/2006/main">
              <a:ext uri="{FF2B5EF4-FFF2-40B4-BE49-F238E27FC236}">
                <a16:creationId xmlns:a16="http://schemas.microsoft.com/office/drawing/2014/main" id="{45E39BE2-270F-4055-8CA4-23BB5236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3" name="Shape 521">
            <a:extLst xmlns:a="http://schemas.openxmlformats.org/drawingml/2006/main">
              <a:ext uri="{FF2B5EF4-FFF2-40B4-BE49-F238E27FC236}">
                <a16:creationId xmlns:a16="http://schemas.microsoft.com/office/drawing/2014/main" id="{3327D000-E082-4740-8DE8-14011758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4" name="Shape 522">
            <a:extLst xmlns:a="http://schemas.openxmlformats.org/drawingml/2006/main">
              <a:ext uri="{FF2B5EF4-FFF2-40B4-BE49-F238E27FC236}">
                <a16:creationId xmlns:a16="http://schemas.microsoft.com/office/drawing/2014/main" id="{FCF919EC-CB94-48E0-BFDE-F692CAA9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5" name="Shape 523">
            <a:extLst xmlns:a="http://schemas.openxmlformats.org/drawingml/2006/main">
              <a:ext uri="{FF2B5EF4-FFF2-40B4-BE49-F238E27FC236}">
                <a16:creationId xmlns:a16="http://schemas.microsoft.com/office/drawing/2014/main" id="{6FE02B1B-52AF-4BCA-A460-219A70C3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6" name="Shape 524">
            <a:extLst xmlns:a="http://schemas.openxmlformats.org/drawingml/2006/main">
              <a:ext uri="{FF2B5EF4-FFF2-40B4-BE49-F238E27FC236}">
                <a16:creationId xmlns:a16="http://schemas.microsoft.com/office/drawing/2014/main" id="{D7C79082-EE48-47D0-A8CA-3BD5E2DE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7" name="Shape 525">
            <a:extLst xmlns:a="http://schemas.openxmlformats.org/drawingml/2006/main">
              <a:ext uri="{FF2B5EF4-FFF2-40B4-BE49-F238E27FC236}">
                <a16:creationId xmlns:a16="http://schemas.microsoft.com/office/drawing/2014/main" id="{1A490241-6466-49B5-B38F-AACAEA7D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8" name="Shape 526">
            <a:extLst xmlns:a="http://schemas.openxmlformats.org/drawingml/2006/main">
              <a:ext uri="{FF2B5EF4-FFF2-40B4-BE49-F238E27FC236}">
                <a16:creationId xmlns:a16="http://schemas.microsoft.com/office/drawing/2014/main" id="{18C3C9FD-F2A3-436E-B4A1-17559AA4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9" name="Shape 527">
            <a:extLst xmlns:a="http://schemas.openxmlformats.org/drawingml/2006/main">
              <a:ext uri="{FF2B5EF4-FFF2-40B4-BE49-F238E27FC236}">
                <a16:creationId xmlns:a16="http://schemas.microsoft.com/office/drawing/2014/main" id="{1A171B73-8C6A-4512-995A-D272E861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0" name="Shape 528">
            <a:extLst xmlns:a="http://schemas.openxmlformats.org/drawingml/2006/main">
              <a:ext uri="{FF2B5EF4-FFF2-40B4-BE49-F238E27FC236}">
                <a16:creationId xmlns:a16="http://schemas.microsoft.com/office/drawing/2014/main" id="{98734889-2C67-40A7-AA41-2CB37DDE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1" name="Shape 529">
            <a:extLst xmlns:a="http://schemas.openxmlformats.org/drawingml/2006/main">
              <a:ext uri="{FF2B5EF4-FFF2-40B4-BE49-F238E27FC236}">
                <a16:creationId xmlns:a16="http://schemas.microsoft.com/office/drawing/2014/main" id="{4B172D3A-2C29-4433-B632-5A03F025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2" name="Shape 530">
            <a:extLst xmlns:a="http://schemas.openxmlformats.org/drawingml/2006/main">
              <a:ext uri="{FF2B5EF4-FFF2-40B4-BE49-F238E27FC236}">
                <a16:creationId xmlns:a16="http://schemas.microsoft.com/office/drawing/2014/main" id="{21BF999C-CD08-4454-9CBB-A9F75144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3" name="Shape 531">
            <a:extLst xmlns:a="http://schemas.openxmlformats.org/drawingml/2006/main">
              <a:ext uri="{FF2B5EF4-FFF2-40B4-BE49-F238E27FC236}">
                <a16:creationId xmlns:a16="http://schemas.microsoft.com/office/drawing/2014/main" id="{2D4D5C70-A23A-4972-BA6B-11126F3F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4" name="Shape 532">
            <a:extLst xmlns:a="http://schemas.openxmlformats.org/drawingml/2006/main">
              <a:ext uri="{FF2B5EF4-FFF2-40B4-BE49-F238E27FC236}">
                <a16:creationId xmlns:a16="http://schemas.microsoft.com/office/drawing/2014/main" id="{818967C0-EAE6-42E6-9E74-3A408A99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5" name="Shape 533">
            <a:extLst xmlns:a="http://schemas.openxmlformats.org/drawingml/2006/main">
              <a:ext uri="{FF2B5EF4-FFF2-40B4-BE49-F238E27FC236}">
                <a16:creationId xmlns:a16="http://schemas.microsoft.com/office/drawing/2014/main" id="{602470F6-9336-4046-9DCE-CF3C9840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6" name="Shape 534">
            <a:extLst xmlns:a="http://schemas.openxmlformats.org/drawingml/2006/main">
              <a:ext uri="{FF2B5EF4-FFF2-40B4-BE49-F238E27FC236}">
                <a16:creationId xmlns:a16="http://schemas.microsoft.com/office/drawing/2014/main" id="{554CD7CF-DA55-4B55-92F3-CE516180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7" name="Shape 535">
            <a:extLst xmlns:a="http://schemas.openxmlformats.org/drawingml/2006/main">
              <a:ext uri="{FF2B5EF4-FFF2-40B4-BE49-F238E27FC236}">
                <a16:creationId xmlns:a16="http://schemas.microsoft.com/office/drawing/2014/main" id="{52D542C6-C5E5-42C0-85A2-312FD9DC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8" name="Shape 536">
            <a:extLst xmlns:a="http://schemas.openxmlformats.org/drawingml/2006/main">
              <a:ext uri="{FF2B5EF4-FFF2-40B4-BE49-F238E27FC236}">
                <a16:creationId xmlns:a16="http://schemas.microsoft.com/office/drawing/2014/main" id="{3C9CE8B7-1A35-4206-BC5B-B07C7140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9" name="Shape 537">
            <a:extLst xmlns:a="http://schemas.openxmlformats.org/drawingml/2006/main">
              <a:ext uri="{FF2B5EF4-FFF2-40B4-BE49-F238E27FC236}">
                <a16:creationId xmlns:a16="http://schemas.microsoft.com/office/drawing/2014/main" id="{419F7A89-1985-4BD7-AF7C-25AC704D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0" name="Shape 538">
            <a:extLst xmlns:a="http://schemas.openxmlformats.org/drawingml/2006/main">
              <a:ext uri="{FF2B5EF4-FFF2-40B4-BE49-F238E27FC236}">
                <a16:creationId xmlns:a16="http://schemas.microsoft.com/office/drawing/2014/main" id="{C1C26A68-0906-43D9-957D-4691E285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1" name="Shape 539">
            <a:extLst xmlns:a="http://schemas.openxmlformats.org/drawingml/2006/main">
              <a:ext uri="{FF2B5EF4-FFF2-40B4-BE49-F238E27FC236}">
                <a16:creationId xmlns:a16="http://schemas.microsoft.com/office/drawing/2014/main" id="{63C447B9-9583-4A23-8C6D-19AD0E2C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2" name="Shape 540">
            <a:extLst xmlns:a="http://schemas.openxmlformats.org/drawingml/2006/main">
              <a:ext uri="{FF2B5EF4-FFF2-40B4-BE49-F238E27FC236}">
                <a16:creationId xmlns:a16="http://schemas.microsoft.com/office/drawing/2014/main" id="{F4714BC4-981F-420F-AB17-D7B18464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3" name="Shape 541">
            <a:extLst xmlns:a="http://schemas.openxmlformats.org/drawingml/2006/main">
              <a:ext uri="{FF2B5EF4-FFF2-40B4-BE49-F238E27FC236}">
                <a16:creationId xmlns:a16="http://schemas.microsoft.com/office/drawing/2014/main" id="{40A447D8-C5EF-40DD-9C25-C6A09DCC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4" name="Shape 542">
            <a:extLst xmlns:a="http://schemas.openxmlformats.org/drawingml/2006/main">
              <a:ext uri="{FF2B5EF4-FFF2-40B4-BE49-F238E27FC236}">
                <a16:creationId xmlns:a16="http://schemas.microsoft.com/office/drawing/2014/main" id="{BB1654FC-7A9E-4A89-8F9B-36CC015E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5" name="Shape 543">
            <a:extLst xmlns:a="http://schemas.openxmlformats.org/drawingml/2006/main">
              <a:ext uri="{FF2B5EF4-FFF2-40B4-BE49-F238E27FC236}">
                <a16:creationId xmlns:a16="http://schemas.microsoft.com/office/drawing/2014/main" id="{44F4F30C-E15D-4F7A-8A81-514347C1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6" name="Shape 544">
            <a:extLst xmlns:a="http://schemas.openxmlformats.org/drawingml/2006/main">
              <a:ext uri="{FF2B5EF4-FFF2-40B4-BE49-F238E27FC236}">
                <a16:creationId xmlns:a16="http://schemas.microsoft.com/office/drawing/2014/main" id="{8FFCB04A-BC45-4C56-9B6E-187F3A16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7" name="Shape 545">
            <a:extLst xmlns:a="http://schemas.openxmlformats.org/drawingml/2006/main">
              <a:ext uri="{FF2B5EF4-FFF2-40B4-BE49-F238E27FC236}">
                <a16:creationId xmlns:a16="http://schemas.microsoft.com/office/drawing/2014/main" id="{0BD05B59-817F-4C05-88E2-86FD8EE0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8" name="Shape 546">
            <a:extLst xmlns:a="http://schemas.openxmlformats.org/drawingml/2006/main">
              <a:ext uri="{FF2B5EF4-FFF2-40B4-BE49-F238E27FC236}">
                <a16:creationId xmlns:a16="http://schemas.microsoft.com/office/drawing/2014/main" id="{C0EF9BBC-8ECC-42BD-A6A5-5D48BB1A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9" name="Shape 547">
            <a:extLst xmlns:a="http://schemas.openxmlformats.org/drawingml/2006/main">
              <a:ext uri="{FF2B5EF4-FFF2-40B4-BE49-F238E27FC236}">
                <a16:creationId xmlns:a16="http://schemas.microsoft.com/office/drawing/2014/main" id="{C3AD1117-F95C-4029-B1A7-3CB2F7E2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0" name="Shape 548">
            <a:extLst xmlns:a="http://schemas.openxmlformats.org/drawingml/2006/main">
              <a:ext uri="{FF2B5EF4-FFF2-40B4-BE49-F238E27FC236}">
                <a16:creationId xmlns:a16="http://schemas.microsoft.com/office/drawing/2014/main" id="{CF914C64-E018-4556-916C-9329A73D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1" name="Shape 549">
            <a:extLst xmlns:a="http://schemas.openxmlformats.org/drawingml/2006/main">
              <a:ext uri="{FF2B5EF4-FFF2-40B4-BE49-F238E27FC236}">
                <a16:creationId xmlns:a16="http://schemas.microsoft.com/office/drawing/2014/main" id="{DC834FE5-E3F7-4553-839E-E34B0760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2" name="Shape 550">
            <a:extLst xmlns:a="http://schemas.openxmlformats.org/drawingml/2006/main">
              <a:ext uri="{FF2B5EF4-FFF2-40B4-BE49-F238E27FC236}">
                <a16:creationId xmlns:a16="http://schemas.microsoft.com/office/drawing/2014/main" id="{95EAEF0A-7ACF-45BC-A0C5-1142C3F7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3" name="Shape 551">
            <a:extLst xmlns:a="http://schemas.openxmlformats.org/drawingml/2006/main">
              <a:ext uri="{FF2B5EF4-FFF2-40B4-BE49-F238E27FC236}">
                <a16:creationId xmlns:a16="http://schemas.microsoft.com/office/drawing/2014/main" id="{E28A808C-B1F1-4406-8FF6-2F0DC38C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4" name="Shape 552">
            <a:extLst xmlns:a="http://schemas.openxmlformats.org/drawingml/2006/main">
              <a:ext uri="{FF2B5EF4-FFF2-40B4-BE49-F238E27FC236}">
                <a16:creationId xmlns:a16="http://schemas.microsoft.com/office/drawing/2014/main" id="{AC1A48F1-9C06-4155-9ABA-94450FB2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5" name="Shape 553">
            <a:extLst xmlns:a="http://schemas.openxmlformats.org/drawingml/2006/main">
              <a:ext uri="{FF2B5EF4-FFF2-40B4-BE49-F238E27FC236}">
                <a16:creationId xmlns:a16="http://schemas.microsoft.com/office/drawing/2014/main" id="{3BB51565-08BF-4B31-B0F0-DCEA854E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6" name="Shape 554">
            <a:extLst xmlns:a="http://schemas.openxmlformats.org/drawingml/2006/main">
              <a:ext uri="{FF2B5EF4-FFF2-40B4-BE49-F238E27FC236}">
                <a16:creationId xmlns:a16="http://schemas.microsoft.com/office/drawing/2014/main" id="{FB2FCF92-D6D9-4D37-B9F9-D905D494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7" name="Shape 555">
            <a:extLst xmlns:a="http://schemas.openxmlformats.org/drawingml/2006/main">
              <a:ext uri="{FF2B5EF4-FFF2-40B4-BE49-F238E27FC236}">
                <a16:creationId xmlns:a16="http://schemas.microsoft.com/office/drawing/2014/main" id="{4F1B9983-AD28-44ED-88E6-1EB2BD99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8" name="Shape 556">
            <a:extLst xmlns:a="http://schemas.openxmlformats.org/drawingml/2006/main">
              <a:ext uri="{FF2B5EF4-FFF2-40B4-BE49-F238E27FC236}">
                <a16:creationId xmlns:a16="http://schemas.microsoft.com/office/drawing/2014/main" id="{11392DB7-977A-44D7-82F5-257705D5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9" name="Shape 557">
            <a:extLst xmlns:a="http://schemas.openxmlformats.org/drawingml/2006/main">
              <a:ext uri="{FF2B5EF4-FFF2-40B4-BE49-F238E27FC236}">
                <a16:creationId xmlns:a16="http://schemas.microsoft.com/office/drawing/2014/main" id="{1A2EE2D3-2076-4164-9864-8D9D62D4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0" name="Shape 558">
            <a:extLst xmlns:a="http://schemas.openxmlformats.org/drawingml/2006/main">
              <a:ext uri="{FF2B5EF4-FFF2-40B4-BE49-F238E27FC236}">
                <a16:creationId xmlns:a16="http://schemas.microsoft.com/office/drawing/2014/main" id="{B92B84F4-2548-4101-AB50-BDC3E09E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1" name="Shape 559">
            <a:extLst xmlns:a="http://schemas.openxmlformats.org/drawingml/2006/main">
              <a:ext uri="{FF2B5EF4-FFF2-40B4-BE49-F238E27FC236}">
                <a16:creationId xmlns:a16="http://schemas.microsoft.com/office/drawing/2014/main" id="{5FB0EA24-2E19-46B9-BE9A-64278997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2" name="Shape 560">
            <a:extLst xmlns:a="http://schemas.openxmlformats.org/drawingml/2006/main">
              <a:ext uri="{FF2B5EF4-FFF2-40B4-BE49-F238E27FC236}">
                <a16:creationId xmlns:a16="http://schemas.microsoft.com/office/drawing/2014/main" id="{74C1F49C-F26C-4285-8E39-A37BBFE4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3" name="Shape 561">
            <a:extLst xmlns:a="http://schemas.openxmlformats.org/drawingml/2006/main">
              <a:ext uri="{FF2B5EF4-FFF2-40B4-BE49-F238E27FC236}">
                <a16:creationId xmlns:a16="http://schemas.microsoft.com/office/drawing/2014/main" id="{203176C9-0E19-4CD6-A798-908C072C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4" name="Shape 562">
            <a:extLst xmlns:a="http://schemas.openxmlformats.org/drawingml/2006/main">
              <a:ext uri="{FF2B5EF4-FFF2-40B4-BE49-F238E27FC236}">
                <a16:creationId xmlns:a16="http://schemas.microsoft.com/office/drawing/2014/main" id="{8206B99B-9EBF-49EA-9F2B-A18A168F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5" name="Shape 563">
            <a:extLst xmlns:a="http://schemas.openxmlformats.org/drawingml/2006/main">
              <a:ext uri="{FF2B5EF4-FFF2-40B4-BE49-F238E27FC236}">
                <a16:creationId xmlns:a16="http://schemas.microsoft.com/office/drawing/2014/main" id="{173AFA57-D6D8-469C-A127-CE2AA247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6" name="Shape 564">
            <a:extLst xmlns:a="http://schemas.openxmlformats.org/drawingml/2006/main">
              <a:ext uri="{FF2B5EF4-FFF2-40B4-BE49-F238E27FC236}">
                <a16:creationId xmlns:a16="http://schemas.microsoft.com/office/drawing/2014/main" id="{8228C129-14C8-4AA8-8FBF-B668C752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7" name="Shape 565">
            <a:extLst xmlns:a="http://schemas.openxmlformats.org/drawingml/2006/main">
              <a:ext uri="{FF2B5EF4-FFF2-40B4-BE49-F238E27FC236}">
                <a16:creationId xmlns:a16="http://schemas.microsoft.com/office/drawing/2014/main" id="{257CF689-7E76-4ECD-82C6-D6FC53B0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8" name="Shape 566">
            <a:extLst xmlns:a="http://schemas.openxmlformats.org/drawingml/2006/main">
              <a:ext uri="{FF2B5EF4-FFF2-40B4-BE49-F238E27FC236}">
                <a16:creationId xmlns:a16="http://schemas.microsoft.com/office/drawing/2014/main" id="{E709B1E7-F998-4E4B-8FE9-52288A99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9" name="Shape 567">
            <a:extLst xmlns:a="http://schemas.openxmlformats.org/drawingml/2006/main">
              <a:ext uri="{FF2B5EF4-FFF2-40B4-BE49-F238E27FC236}">
                <a16:creationId xmlns:a16="http://schemas.microsoft.com/office/drawing/2014/main" id="{C8B04096-8C54-4D0F-B230-B4B1C01D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0" name="Shape 568">
            <a:extLst xmlns:a="http://schemas.openxmlformats.org/drawingml/2006/main">
              <a:ext uri="{FF2B5EF4-FFF2-40B4-BE49-F238E27FC236}">
                <a16:creationId xmlns:a16="http://schemas.microsoft.com/office/drawing/2014/main" id="{D1F8E164-C211-4EF8-AFE4-34E91FD4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1" name="Shape 569">
            <a:extLst xmlns:a="http://schemas.openxmlformats.org/drawingml/2006/main">
              <a:ext uri="{FF2B5EF4-FFF2-40B4-BE49-F238E27FC236}">
                <a16:creationId xmlns:a16="http://schemas.microsoft.com/office/drawing/2014/main" id="{789C5F06-F4E9-492F-A140-E92B94E8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2" name="Shape 570">
            <a:extLst xmlns:a="http://schemas.openxmlformats.org/drawingml/2006/main">
              <a:ext uri="{FF2B5EF4-FFF2-40B4-BE49-F238E27FC236}">
                <a16:creationId xmlns:a16="http://schemas.microsoft.com/office/drawing/2014/main" id="{F22EDA2C-D325-4234-ADF9-2DFE58F9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3" name="Shape 571">
            <a:extLst xmlns:a="http://schemas.openxmlformats.org/drawingml/2006/main">
              <a:ext uri="{FF2B5EF4-FFF2-40B4-BE49-F238E27FC236}">
                <a16:creationId xmlns:a16="http://schemas.microsoft.com/office/drawing/2014/main" id="{C833ECC0-1F96-4D2A-A806-1434874A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4" name="Shape 572">
            <a:extLst xmlns:a="http://schemas.openxmlformats.org/drawingml/2006/main">
              <a:ext uri="{FF2B5EF4-FFF2-40B4-BE49-F238E27FC236}">
                <a16:creationId xmlns:a16="http://schemas.microsoft.com/office/drawing/2014/main" id="{A7ED5868-7FB5-43D9-8FB9-808BBEF8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5" name="Shape 573">
            <a:extLst xmlns:a="http://schemas.openxmlformats.org/drawingml/2006/main">
              <a:ext uri="{FF2B5EF4-FFF2-40B4-BE49-F238E27FC236}">
                <a16:creationId xmlns:a16="http://schemas.microsoft.com/office/drawing/2014/main" id="{AE820E03-C9F8-4D94-9037-AC1551C6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6" name="Shape 574">
            <a:extLst xmlns:a="http://schemas.openxmlformats.org/drawingml/2006/main">
              <a:ext uri="{FF2B5EF4-FFF2-40B4-BE49-F238E27FC236}">
                <a16:creationId xmlns:a16="http://schemas.microsoft.com/office/drawing/2014/main" id="{37D4AD9B-1F9E-406C-913B-B026CD3A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7" name="Shape 575">
            <a:extLst xmlns:a="http://schemas.openxmlformats.org/drawingml/2006/main">
              <a:ext uri="{FF2B5EF4-FFF2-40B4-BE49-F238E27FC236}">
                <a16:creationId xmlns:a16="http://schemas.microsoft.com/office/drawing/2014/main" id="{E74AE5CA-F475-4696-B4A0-5783830B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8" name="Shape 576">
            <a:extLst xmlns:a="http://schemas.openxmlformats.org/drawingml/2006/main">
              <a:ext uri="{FF2B5EF4-FFF2-40B4-BE49-F238E27FC236}">
                <a16:creationId xmlns:a16="http://schemas.microsoft.com/office/drawing/2014/main" id="{5444B150-E6E0-46E5-B11C-8B7C965D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9" name="Shape 577">
            <a:extLst xmlns:a="http://schemas.openxmlformats.org/drawingml/2006/main">
              <a:ext uri="{FF2B5EF4-FFF2-40B4-BE49-F238E27FC236}">
                <a16:creationId xmlns:a16="http://schemas.microsoft.com/office/drawing/2014/main" id="{C4C975C4-4CC9-466D-A7D1-75890EF3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0" name="Shape 578">
            <a:extLst xmlns:a="http://schemas.openxmlformats.org/drawingml/2006/main">
              <a:ext uri="{FF2B5EF4-FFF2-40B4-BE49-F238E27FC236}">
                <a16:creationId xmlns:a16="http://schemas.microsoft.com/office/drawing/2014/main" id="{94B3C091-7465-402D-BF0D-178FFF49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1" name="Shape 579">
            <a:extLst xmlns:a="http://schemas.openxmlformats.org/drawingml/2006/main">
              <a:ext uri="{FF2B5EF4-FFF2-40B4-BE49-F238E27FC236}">
                <a16:creationId xmlns:a16="http://schemas.microsoft.com/office/drawing/2014/main" id="{162A4439-F939-4DCA-BA76-CA3C2CBB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2" name="Shape 580">
            <a:extLst xmlns:a="http://schemas.openxmlformats.org/drawingml/2006/main">
              <a:ext uri="{FF2B5EF4-FFF2-40B4-BE49-F238E27FC236}">
                <a16:creationId xmlns:a16="http://schemas.microsoft.com/office/drawing/2014/main" id="{FAD1E40B-3551-4C8B-B5FC-2C3D554F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3" name="Shape 581">
            <a:extLst xmlns:a="http://schemas.openxmlformats.org/drawingml/2006/main">
              <a:ext uri="{FF2B5EF4-FFF2-40B4-BE49-F238E27FC236}">
                <a16:creationId xmlns:a16="http://schemas.microsoft.com/office/drawing/2014/main" id="{D8176FFD-FCB1-4B63-B204-5AF1698E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4" name="Shape 582">
            <a:extLst xmlns:a="http://schemas.openxmlformats.org/drawingml/2006/main">
              <a:ext uri="{FF2B5EF4-FFF2-40B4-BE49-F238E27FC236}">
                <a16:creationId xmlns:a16="http://schemas.microsoft.com/office/drawing/2014/main" id="{E3E789F4-395B-433F-880C-082A0A71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5" name="Shape 583">
            <a:extLst xmlns:a="http://schemas.openxmlformats.org/drawingml/2006/main">
              <a:ext uri="{FF2B5EF4-FFF2-40B4-BE49-F238E27FC236}">
                <a16:creationId xmlns:a16="http://schemas.microsoft.com/office/drawing/2014/main" id="{F6066C33-6086-44FD-B0BD-2F0F2F0D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6" name="Shape 584">
            <a:extLst xmlns:a="http://schemas.openxmlformats.org/drawingml/2006/main">
              <a:ext uri="{FF2B5EF4-FFF2-40B4-BE49-F238E27FC236}">
                <a16:creationId xmlns:a16="http://schemas.microsoft.com/office/drawing/2014/main" id="{FA9ECDCD-327F-4224-ACFF-38FE0B63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7" name="Shape 585">
            <a:extLst xmlns:a="http://schemas.openxmlformats.org/drawingml/2006/main">
              <a:ext uri="{FF2B5EF4-FFF2-40B4-BE49-F238E27FC236}">
                <a16:creationId xmlns:a16="http://schemas.microsoft.com/office/drawing/2014/main" id="{6CD773E4-733B-4AE1-A571-4C33EE49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8" name="Shape 586">
            <a:extLst xmlns:a="http://schemas.openxmlformats.org/drawingml/2006/main">
              <a:ext uri="{FF2B5EF4-FFF2-40B4-BE49-F238E27FC236}">
                <a16:creationId xmlns:a16="http://schemas.microsoft.com/office/drawing/2014/main" id="{2BFBF624-78D7-4C00-991B-C073F10A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9" name="Shape 587">
            <a:extLst xmlns:a="http://schemas.openxmlformats.org/drawingml/2006/main">
              <a:ext uri="{FF2B5EF4-FFF2-40B4-BE49-F238E27FC236}">
                <a16:creationId xmlns:a16="http://schemas.microsoft.com/office/drawing/2014/main" id="{163E018B-B4B4-4D0E-BFD1-1ECD145C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0" name="Shape 588">
            <a:extLst xmlns:a="http://schemas.openxmlformats.org/drawingml/2006/main">
              <a:ext uri="{FF2B5EF4-FFF2-40B4-BE49-F238E27FC236}">
                <a16:creationId xmlns:a16="http://schemas.microsoft.com/office/drawing/2014/main" id="{699EFC3B-0030-4DC5-AD5A-11497958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1" name="Shape 589">
            <a:extLst xmlns:a="http://schemas.openxmlformats.org/drawingml/2006/main">
              <a:ext uri="{FF2B5EF4-FFF2-40B4-BE49-F238E27FC236}">
                <a16:creationId xmlns:a16="http://schemas.microsoft.com/office/drawing/2014/main" id="{B88BA83B-B960-4F51-AC6B-CA9AA74F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2" name="Shape 590">
            <a:extLst xmlns:a="http://schemas.openxmlformats.org/drawingml/2006/main">
              <a:ext uri="{FF2B5EF4-FFF2-40B4-BE49-F238E27FC236}">
                <a16:creationId xmlns:a16="http://schemas.microsoft.com/office/drawing/2014/main" id="{F5E30293-85CA-4C94-B66F-6749F6A3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3" name="Shape 591">
            <a:extLst xmlns:a="http://schemas.openxmlformats.org/drawingml/2006/main">
              <a:ext uri="{FF2B5EF4-FFF2-40B4-BE49-F238E27FC236}">
                <a16:creationId xmlns:a16="http://schemas.microsoft.com/office/drawing/2014/main" id="{19BD2810-8344-4A59-8A0C-2E6514F8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4" name="Shape 592">
            <a:extLst xmlns:a="http://schemas.openxmlformats.org/drawingml/2006/main">
              <a:ext uri="{FF2B5EF4-FFF2-40B4-BE49-F238E27FC236}">
                <a16:creationId xmlns:a16="http://schemas.microsoft.com/office/drawing/2014/main" id="{F43B63D9-C643-4774-A343-F3813C91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5" name="Shape 593">
            <a:extLst xmlns:a="http://schemas.openxmlformats.org/drawingml/2006/main">
              <a:ext uri="{FF2B5EF4-FFF2-40B4-BE49-F238E27FC236}">
                <a16:creationId xmlns:a16="http://schemas.microsoft.com/office/drawing/2014/main" id="{55D14D59-A19F-482E-B47C-9EA69363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6" name="Shape 594">
            <a:extLst xmlns:a="http://schemas.openxmlformats.org/drawingml/2006/main">
              <a:ext uri="{FF2B5EF4-FFF2-40B4-BE49-F238E27FC236}">
                <a16:creationId xmlns:a16="http://schemas.microsoft.com/office/drawing/2014/main" id="{CBED4C06-9328-45BF-8C40-2351B14F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7" name="Shape 595">
            <a:extLst xmlns:a="http://schemas.openxmlformats.org/drawingml/2006/main">
              <a:ext uri="{FF2B5EF4-FFF2-40B4-BE49-F238E27FC236}">
                <a16:creationId xmlns:a16="http://schemas.microsoft.com/office/drawing/2014/main" id="{5128C1C7-F258-4EC7-B2E9-4CB33C17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8" name="Shape 596">
            <a:extLst xmlns:a="http://schemas.openxmlformats.org/drawingml/2006/main">
              <a:ext uri="{FF2B5EF4-FFF2-40B4-BE49-F238E27FC236}">
                <a16:creationId xmlns:a16="http://schemas.microsoft.com/office/drawing/2014/main" id="{C11CC249-DFE2-41CB-B040-469ADC80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9" name="Shape 597">
            <a:extLst xmlns:a="http://schemas.openxmlformats.org/drawingml/2006/main">
              <a:ext uri="{FF2B5EF4-FFF2-40B4-BE49-F238E27FC236}">
                <a16:creationId xmlns:a16="http://schemas.microsoft.com/office/drawing/2014/main" id="{3311D3C7-A789-41E1-85CA-A956C547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0" name="Shape 598">
            <a:extLst xmlns:a="http://schemas.openxmlformats.org/drawingml/2006/main">
              <a:ext uri="{FF2B5EF4-FFF2-40B4-BE49-F238E27FC236}">
                <a16:creationId xmlns:a16="http://schemas.microsoft.com/office/drawing/2014/main" id="{5A1E1950-4B68-445B-97D0-73771242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1" name="Shape 599">
            <a:extLst xmlns:a="http://schemas.openxmlformats.org/drawingml/2006/main">
              <a:ext uri="{FF2B5EF4-FFF2-40B4-BE49-F238E27FC236}">
                <a16:creationId xmlns:a16="http://schemas.microsoft.com/office/drawing/2014/main" id="{7E789AF4-4C84-4AD1-8717-E69E7A7D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2" name="Shape 600">
            <a:extLst xmlns:a="http://schemas.openxmlformats.org/drawingml/2006/main">
              <a:ext uri="{FF2B5EF4-FFF2-40B4-BE49-F238E27FC236}">
                <a16:creationId xmlns:a16="http://schemas.microsoft.com/office/drawing/2014/main" id="{68AB5A39-A354-453A-B5FF-2F1CD429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3" name="Shape 601">
            <a:extLst xmlns:a="http://schemas.openxmlformats.org/drawingml/2006/main">
              <a:ext uri="{FF2B5EF4-FFF2-40B4-BE49-F238E27FC236}">
                <a16:creationId xmlns:a16="http://schemas.microsoft.com/office/drawing/2014/main" id="{18339737-BD6C-4879-B135-B60C63EC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4" name="Shape 602">
            <a:extLst xmlns:a="http://schemas.openxmlformats.org/drawingml/2006/main">
              <a:ext uri="{FF2B5EF4-FFF2-40B4-BE49-F238E27FC236}">
                <a16:creationId xmlns:a16="http://schemas.microsoft.com/office/drawing/2014/main" id="{F2A7370D-AC92-42A2-9EA3-130CAB91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5" name="Shape 603">
            <a:extLst xmlns:a="http://schemas.openxmlformats.org/drawingml/2006/main">
              <a:ext uri="{FF2B5EF4-FFF2-40B4-BE49-F238E27FC236}">
                <a16:creationId xmlns:a16="http://schemas.microsoft.com/office/drawing/2014/main" id="{45065C76-3C8B-4EB5-B3AB-A16D1B1C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6" name="Shape 604">
            <a:extLst xmlns:a="http://schemas.openxmlformats.org/drawingml/2006/main">
              <a:ext uri="{FF2B5EF4-FFF2-40B4-BE49-F238E27FC236}">
                <a16:creationId xmlns:a16="http://schemas.microsoft.com/office/drawing/2014/main" id="{8F289876-3B0C-446F-831D-B202FEC5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7" name="Shape 605">
            <a:extLst xmlns:a="http://schemas.openxmlformats.org/drawingml/2006/main">
              <a:ext uri="{FF2B5EF4-FFF2-40B4-BE49-F238E27FC236}">
                <a16:creationId xmlns:a16="http://schemas.microsoft.com/office/drawing/2014/main" id="{B3AE6BCE-3C68-416B-A3F5-E4DC2CAC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8" name="Shape 606">
            <a:extLst xmlns:a="http://schemas.openxmlformats.org/drawingml/2006/main">
              <a:ext uri="{FF2B5EF4-FFF2-40B4-BE49-F238E27FC236}">
                <a16:creationId xmlns:a16="http://schemas.microsoft.com/office/drawing/2014/main" id="{E40F302B-864E-4AA9-A3C6-369921C3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9" name="Shape 607">
            <a:extLst xmlns:a="http://schemas.openxmlformats.org/drawingml/2006/main">
              <a:ext uri="{FF2B5EF4-FFF2-40B4-BE49-F238E27FC236}">
                <a16:creationId xmlns:a16="http://schemas.microsoft.com/office/drawing/2014/main" id="{F2FE65D3-0B1D-49F1-9AA8-33D63A94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0" name="Shape 608">
            <a:extLst xmlns:a="http://schemas.openxmlformats.org/drawingml/2006/main">
              <a:ext uri="{FF2B5EF4-FFF2-40B4-BE49-F238E27FC236}">
                <a16:creationId xmlns:a16="http://schemas.microsoft.com/office/drawing/2014/main" id="{F748B2C1-A4FF-4997-8396-25E3F766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1" name="Shape 609">
            <a:extLst xmlns:a="http://schemas.openxmlformats.org/drawingml/2006/main">
              <a:ext uri="{FF2B5EF4-FFF2-40B4-BE49-F238E27FC236}">
                <a16:creationId xmlns:a16="http://schemas.microsoft.com/office/drawing/2014/main" id="{253BB555-D485-448A-AE7C-78F7CB9A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2" name="Shape 610">
            <a:extLst xmlns:a="http://schemas.openxmlformats.org/drawingml/2006/main">
              <a:ext uri="{FF2B5EF4-FFF2-40B4-BE49-F238E27FC236}">
                <a16:creationId xmlns:a16="http://schemas.microsoft.com/office/drawing/2014/main" id="{99A29B45-6B67-4E55-BB91-0E76AE2D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3" name="Shape 611">
            <a:extLst xmlns:a="http://schemas.openxmlformats.org/drawingml/2006/main">
              <a:ext uri="{FF2B5EF4-FFF2-40B4-BE49-F238E27FC236}">
                <a16:creationId xmlns:a16="http://schemas.microsoft.com/office/drawing/2014/main" id="{5C713955-E86D-49E8-91BD-C75D8ACE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4" name="Shape 612">
            <a:extLst xmlns:a="http://schemas.openxmlformats.org/drawingml/2006/main">
              <a:ext uri="{FF2B5EF4-FFF2-40B4-BE49-F238E27FC236}">
                <a16:creationId xmlns:a16="http://schemas.microsoft.com/office/drawing/2014/main" id="{15815102-DE3C-478E-99B0-8904669C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5" name="Shape 613">
            <a:extLst xmlns:a="http://schemas.openxmlformats.org/drawingml/2006/main">
              <a:ext uri="{FF2B5EF4-FFF2-40B4-BE49-F238E27FC236}">
                <a16:creationId xmlns:a16="http://schemas.microsoft.com/office/drawing/2014/main" id="{78BD6FDA-DADA-45E5-AF3A-84A2EB7E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6" name="Shape 614">
            <a:extLst xmlns:a="http://schemas.openxmlformats.org/drawingml/2006/main">
              <a:ext uri="{FF2B5EF4-FFF2-40B4-BE49-F238E27FC236}">
                <a16:creationId xmlns:a16="http://schemas.microsoft.com/office/drawing/2014/main" id="{2D30CF44-5015-41C4-9B51-DDDD5917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7" name="Shape 615">
            <a:extLst xmlns:a="http://schemas.openxmlformats.org/drawingml/2006/main">
              <a:ext uri="{FF2B5EF4-FFF2-40B4-BE49-F238E27FC236}">
                <a16:creationId xmlns:a16="http://schemas.microsoft.com/office/drawing/2014/main" id="{52B061D8-BFE5-4D9B-991F-166AC6A0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8" name="Shape 616">
            <a:extLst xmlns:a="http://schemas.openxmlformats.org/drawingml/2006/main">
              <a:ext uri="{FF2B5EF4-FFF2-40B4-BE49-F238E27FC236}">
                <a16:creationId xmlns:a16="http://schemas.microsoft.com/office/drawing/2014/main" id="{F748C807-793B-4578-A6E2-7C6BA91A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9" name="Shape 617">
            <a:extLst xmlns:a="http://schemas.openxmlformats.org/drawingml/2006/main">
              <a:ext uri="{FF2B5EF4-FFF2-40B4-BE49-F238E27FC236}">
                <a16:creationId xmlns:a16="http://schemas.microsoft.com/office/drawing/2014/main" id="{8BA1CEFA-7D43-45C8-A845-CFD3F4A7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0" name="Shape 618">
            <a:extLst xmlns:a="http://schemas.openxmlformats.org/drawingml/2006/main">
              <a:ext uri="{FF2B5EF4-FFF2-40B4-BE49-F238E27FC236}">
                <a16:creationId xmlns:a16="http://schemas.microsoft.com/office/drawing/2014/main" id="{0D6E1B70-5B9A-4102-A6FF-61798DCA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1" name="Shape 619">
            <a:extLst xmlns:a="http://schemas.openxmlformats.org/drawingml/2006/main">
              <a:ext uri="{FF2B5EF4-FFF2-40B4-BE49-F238E27FC236}">
                <a16:creationId xmlns:a16="http://schemas.microsoft.com/office/drawing/2014/main" id="{812FE6D6-9D11-439F-BFD0-092F7C33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2" name="Shape 620">
            <a:extLst xmlns:a="http://schemas.openxmlformats.org/drawingml/2006/main">
              <a:ext uri="{FF2B5EF4-FFF2-40B4-BE49-F238E27FC236}">
                <a16:creationId xmlns:a16="http://schemas.microsoft.com/office/drawing/2014/main" id="{E653F3DC-FF21-462B-AEEC-EE123319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3" name="Shape 621">
            <a:extLst xmlns:a="http://schemas.openxmlformats.org/drawingml/2006/main">
              <a:ext uri="{FF2B5EF4-FFF2-40B4-BE49-F238E27FC236}">
                <a16:creationId xmlns:a16="http://schemas.microsoft.com/office/drawing/2014/main" id="{C80EA08A-6F52-4BA5-AA27-9AB50849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4" name="Shape 622">
            <a:extLst xmlns:a="http://schemas.openxmlformats.org/drawingml/2006/main">
              <a:ext uri="{FF2B5EF4-FFF2-40B4-BE49-F238E27FC236}">
                <a16:creationId xmlns:a16="http://schemas.microsoft.com/office/drawing/2014/main" id="{907F5FCC-67BD-41E9-9F08-35781E93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5" name="Shape 623">
            <a:extLst xmlns:a="http://schemas.openxmlformats.org/drawingml/2006/main">
              <a:ext uri="{FF2B5EF4-FFF2-40B4-BE49-F238E27FC236}">
                <a16:creationId xmlns:a16="http://schemas.microsoft.com/office/drawing/2014/main" id="{020B08FF-066D-4418-9BA7-0D293226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6" name="Shape 624">
            <a:extLst xmlns:a="http://schemas.openxmlformats.org/drawingml/2006/main">
              <a:ext uri="{FF2B5EF4-FFF2-40B4-BE49-F238E27FC236}">
                <a16:creationId xmlns:a16="http://schemas.microsoft.com/office/drawing/2014/main" id="{FC6886B2-F75B-415C-9734-9E5A3598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7" name="Shape 625">
            <a:extLst xmlns:a="http://schemas.openxmlformats.org/drawingml/2006/main">
              <a:ext uri="{FF2B5EF4-FFF2-40B4-BE49-F238E27FC236}">
                <a16:creationId xmlns:a16="http://schemas.microsoft.com/office/drawing/2014/main" id="{91064CF0-45F7-4B1A-8D81-2719B68F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8" name="Shape 626">
            <a:extLst xmlns:a="http://schemas.openxmlformats.org/drawingml/2006/main">
              <a:ext uri="{FF2B5EF4-FFF2-40B4-BE49-F238E27FC236}">
                <a16:creationId xmlns:a16="http://schemas.microsoft.com/office/drawing/2014/main" id="{E8A2CDCF-F13C-40AB-A9D0-B9B8B993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9" name="Shape 627">
            <a:extLst xmlns:a="http://schemas.openxmlformats.org/drawingml/2006/main">
              <a:ext uri="{FF2B5EF4-FFF2-40B4-BE49-F238E27FC236}">
                <a16:creationId xmlns:a16="http://schemas.microsoft.com/office/drawing/2014/main" id="{9D0201CB-82FC-49AE-B815-B0525199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0" name="Shape 628">
            <a:extLst xmlns:a="http://schemas.openxmlformats.org/drawingml/2006/main">
              <a:ext uri="{FF2B5EF4-FFF2-40B4-BE49-F238E27FC236}">
                <a16:creationId xmlns:a16="http://schemas.microsoft.com/office/drawing/2014/main" id="{8AE0C69C-9CAE-469D-85F9-56F1B166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1" name="Shape 629">
            <a:extLst xmlns:a="http://schemas.openxmlformats.org/drawingml/2006/main">
              <a:ext uri="{FF2B5EF4-FFF2-40B4-BE49-F238E27FC236}">
                <a16:creationId xmlns:a16="http://schemas.microsoft.com/office/drawing/2014/main" id="{EB932116-21AD-43BE-B6EB-93F90DE4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2" name="Shape 630">
            <a:extLst xmlns:a="http://schemas.openxmlformats.org/drawingml/2006/main">
              <a:ext uri="{FF2B5EF4-FFF2-40B4-BE49-F238E27FC236}">
                <a16:creationId xmlns:a16="http://schemas.microsoft.com/office/drawing/2014/main" id="{F86EECC2-C3A1-4159-BB8C-B37123BA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3" name="Shape 631">
            <a:extLst xmlns:a="http://schemas.openxmlformats.org/drawingml/2006/main">
              <a:ext uri="{FF2B5EF4-FFF2-40B4-BE49-F238E27FC236}">
                <a16:creationId xmlns:a16="http://schemas.microsoft.com/office/drawing/2014/main" id="{DCBE18A1-0EFC-4B98-AC09-8831FD5D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4" name="Shape 632">
            <a:extLst xmlns:a="http://schemas.openxmlformats.org/drawingml/2006/main">
              <a:ext uri="{FF2B5EF4-FFF2-40B4-BE49-F238E27FC236}">
                <a16:creationId xmlns:a16="http://schemas.microsoft.com/office/drawing/2014/main" id="{9808C1A4-A958-47FA-B2D4-63099A72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5" name="Shape 633">
            <a:extLst xmlns:a="http://schemas.openxmlformats.org/drawingml/2006/main">
              <a:ext uri="{FF2B5EF4-FFF2-40B4-BE49-F238E27FC236}">
                <a16:creationId xmlns:a16="http://schemas.microsoft.com/office/drawing/2014/main" id="{065DD882-3730-4C10-875E-77693BDE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6" name="Shape 634">
            <a:extLst xmlns:a="http://schemas.openxmlformats.org/drawingml/2006/main">
              <a:ext uri="{FF2B5EF4-FFF2-40B4-BE49-F238E27FC236}">
                <a16:creationId xmlns:a16="http://schemas.microsoft.com/office/drawing/2014/main" id="{8D27CDF1-4458-4C1C-AB7D-1EA62C72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7" name="Shape 635">
            <a:extLst xmlns:a="http://schemas.openxmlformats.org/drawingml/2006/main">
              <a:ext uri="{FF2B5EF4-FFF2-40B4-BE49-F238E27FC236}">
                <a16:creationId xmlns:a16="http://schemas.microsoft.com/office/drawing/2014/main" id="{3BBE8C6E-84C5-4BB2-B738-0BC8674C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8" name="Shape 636">
            <a:extLst xmlns:a="http://schemas.openxmlformats.org/drawingml/2006/main">
              <a:ext uri="{FF2B5EF4-FFF2-40B4-BE49-F238E27FC236}">
                <a16:creationId xmlns:a16="http://schemas.microsoft.com/office/drawing/2014/main" id="{7C32A54F-C1AC-4F6A-8B2B-00A07B04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9" name="Shape 637">
            <a:extLst xmlns:a="http://schemas.openxmlformats.org/drawingml/2006/main">
              <a:ext uri="{FF2B5EF4-FFF2-40B4-BE49-F238E27FC236}">
                <a16:creationId xmlns:a16="http://schemas.microsoft.com/office/drawing/2014/main" id="{ADB4B353-DDE0-4265-8F25-515C0760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0" name="Shape 638">
            <a:extLst xmlns:a="http://schemas.openxmlformats.org/drawingml/2006/main">
              <a:ext uri="{FF2B5EF4-FFF2-40B4-BE49-F238E27FC236}">
                <a16:creationId xmlns:a16="http://schemas.microsoft.com/office/drawing/2014/main" id="{670CE834-D5F5-4BAC-A0AC-A99EC091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1" name="Shape 639">
            <a:extLst xmlns:a="http://schemas.openxmlformats.org/drawingml/2006/main">
              <a:ext uri="{FF2B5EF4-FFF2-40B4-BE49-F238E27FC236}">
                <a16:creationId xmlns:a16="http://schemas.microsoft.com/office/drawing/2014/main" id="{8D05AF61-3916-4AD2-A2F3-6523B780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2" name="Shape 640">
            <a:extLst xmlns:a="http://schemas.openxmlformats.org/drawingml/2006/main">
              <a:ext uri="{FF2B5EF4-FFF2-40B4-BE49-F238E27FC236}">
                <a16:creationId xmlns:a16="http://schemas.microsoft.com/office/drawing/2014/main" id="{14B1D1CB-9BB3-4D98-ABF1-230D217E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3" name="Shape 641">
            <a:extLst xmlns:a="http://schemas.openxmlformats.org/drawingml/2006/main">
              <a:ext uri="{FF2B5EF4-FFF2-40B4-BE49-F238E27FC236}">
                <a16:creationId xmlns:a16="http://schemas.microsoft.com/office/drawing/2014/main" id="{A8D7CCD0-A3D4-488E-A363-A2ABBCB4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4" name="Shape 642">
            <a:extLst xmlns:a="http://schemas.openxmlformats.org/drawingml/2006/main">
              <a:ext uri="{FF2B5EF4-FFF2-40B4-BE49-F238E27FC236}">
                <a16:creationId xmlns:a16="http://schemas.microsoft.com/office/drawing/2014/main" id="{F76EEA9D-5308-4763-A2ED-034E985D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5" name="Shape 643">
            <a:extLst xmlns:a="http://schemas.openxmlformats.org/drawingml/2006/main">
              <a:ext uri="{FF2B5EF4-FFF2-40B4-BE49-F238E27FC236}">
                <a16:creationId xmlns:a16="http://schemas.microsoft.com/office/drawing/2014/main" id="{3AD6E700-8357-4142-9922-302E1969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6" name="Shape 644">
            <a:extLst xmlns:a="http://schemas.openxmlformats.org/drawingml/2006/main">
              <a:ext uri="{FF2B5EF4-FFF2-40B4-BE49-F238E27FC236}">
                <a16:creationId xmlns:a16="http://schemas.microsoft.com/office/drawing/2014/main" id="{BE48442E-2579-46DA-83DD-053786DF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7" name="Shape 645">
            <a:extLst xmlns:a="http://schemas.openxmlformats.org/drawingml/2006/main">
              <a:ext uri="{FF2B5EF4-FFF2-40B4-BE49-F238E27FC236}">
                <a16:creationId xmlns:a16="http://schemas.microsoft.com/office/drawing/2014/main" id="{46517E75-4688-4AFA-8514-209DCCF4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3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8" name="Shape 646">
            <a:extLst xmlns:a="http://schemas.openxmlformats.org/drawingml/2006/main">
              <a:ext uri="{FF2B5EF4-FFF2-40B4-BE49-F238E27FC236}">
                <a16:creationId xmlns:a16="http://schemas.microsoft.com/office/drawing/2014/main" id="{E1231EAA-79F0-4D0E-8C17-237A4DF8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-1371600"/>
            <a:ext cx="4389120" cy="4389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17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9" name="Shape 647">
            <a:extLst xmlns:a="http://schemas.openxmlformats.org/drawingml/2006/main">
              <a:ext uri="{FF2B5EF4-FFF2-40B4-BE49-F238E27FC236}">
                <a16:creationId xmlns:a16="http://schemas.microsoft.com/office/drawing/2014/main" id="{AA86D784-1499-4F40-819B-278EBA97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97280" y="4663440"/>
            <a:ext cx="3291840" cy="3291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11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50" name="Shape 648">
            <a:extLst xmlns:a="http://schemas.openxmlformats.org/drawingml/2006/main">
              <a:ext uri="{FF2B5EF4-FFF2-40B4-BE49-F238E27FC236}">
                <a16:creationId xmlns:a16="http://schemas.microsoft.com/office/drawing/2014/main" id="{61858DF1-902D-44B7-ABD6-C358F463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30352"/>
            <a:ext cx="214884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8890">
            <a:solidFill>
              <a:srgbClr val="31505A"/>
            </a:solidFill>
            <a:prstDash val="solid"/>
          </a:ln>
        </p:spPr>
      </p:sp>
      <p:sp>
        <p:nvSpPr>
          <p:cNvPr id="651" name="Text 649">
            <a:extLst xmlns:a="http://schemas.openxmlformats.org/drawingml/2006/main">
              <a:ext uri="{FF2B5EF4-FFF2-40B4-BE49-F238E27FC236}">
                <a16:creationId xmlns:a16="http://schemas.microsoft.com/office/drawing/2014/main" id="{44146EA1-55D7-4807-A0E0-19818796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580644"/>
            <a:ext cx="202082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 spc="70">
                <a:solidFill>
                  <a:srgbClr val="39D7E7"/>
                </a:solidFill>
                <a:latin typeface="Arial"/>
                <a:ea typeface="Arial"/>
                <a:cs typeface="Arial"/>
              </a:rPr>
              <a:t>ORCHESTRATION NETWORK</a:t>
            </a:r>
            <a:endParaRPr sz="700"/>
          </a:p>
        </p:txBody>
      </p:sp>
      <p:sp>
        <p:nvSpPr>
          <p:cNvPr id="652" name="Shape 650">
            <a:extLst xmlns:a="http://schemas.openxmlformats.org/drawingml/2006/main">
              <a:ext uri="{FF2B5EF4-FFF2-40B4-BE49-F238E27FC236}">
                <a16:creationId xmlns:a16="http://schemas.microsoft.com/office/drawing/2014/main" id="{4B2501B0-2BFC-4705-919B-85E9E460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530352"/>
            <a:ext cx="178308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23126"/>
          </a:solidFill>
          <a:ln xmlns:a="http://schemas.openxmlformats.org/drawingml/2006/main" w="8890">
            <a:solidFill>
              <a:srgbClr val="466020"/>
            </a:solidFill>
            <a:prstDash val="solid"/>
          </a:ln>
        </p:spPr>
      </p:sp>
      <p:sp>
        <p:nvSpPr>
          <p:cNvPr id="653" name="Text 651">
            <a:extLst xmlns:a="http://schemas.openxmlformats.org/drawingml/2006/main">
              <a:ext uri="{FF2B5EF4-FFF2-40B4-BE49-F238E27FC236}">
                <a16:creationId xmlns:a16="http://schemas.microsoft.com/office/drawing/2014/main" id="{C3C35AE1-B578-4618-AFAD-5DE443C8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580644"/>
            <a:ext cx="165506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 spc="70">
                <a:solidFill>
                  <a:srgbClr val="C4F35A"/>
                </a:solidFill>
                <a:latin typeface="Arial"/>
                <a:ea typeface="Arial"/>
                <a:cs typeface="Arial"/>
              </a:rPr>
              <a:t>PM · POWER · IPFS</a:t>
            </a:r>
            <a:endParaRPr sz="700"/>
          </a:p>
        </p:txBody>
      </p:sp>
      <p:sp>
        <p:nvSpPr>
          <p:cNvPr id="654" name="Text 652">
            <a:extLst xmlns:a="http://schemas.openxmlformats.org/drawingml/2006/main">
              <a:ext uri="{FF2B5EF4-FFF2-40B4-BE49-F238E27FC236}">
                <a16:creationId xmlns:a16="http://schemas.microsoft.com/office/drawing/2014/main" id="{259094C5-F457-4354-B314-000A5458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52144"/>
            <a:ext cx="448056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pinme-mesh</a:t>
            </a:r>
            <a:endParaRPr sz="3400"/>
          </a:p>
        </p:txBody>
      </p:sp>
      <p:sp>
        <p:nvSpPr>
          <p:cNvPr id="655" name="Text 653">
            <a:extLst xmlns:a="http://schemas.openxmlformats.org/drawingml/2006/main">
              <a:ext uri="{FF2B5EF4-FFF2-40B4-BE49-F238E27FC236}">
                <a16:creationId xmlns:a16="http://schemas.microsoft.com/office/drawing/2014/main" id="{648EDB10-280A-40D5-A7EF-02EE9291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65376"/>
            <a:ext cx="448056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把复杂任务变成</a:t>
            </a:r>
            <a:endParaRPr sz="2800"/>
          </a:p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可验证的 Agent 协作网络</a:t>
            </a:r>
            <a:endParaRPr sz="2800"/>
          </a:p>
        </p:txBody>
      </p:sp>
      <p:sp>
        <p:nvSpPr>
          <p:cNvPr id="656" name="Text 654">
            <a:extLst xmlns:a="http://schemas.openxmlformats.org/drawingml/2006/main">
              <a:ext uri="{FF2B5EF4-FFF2-40B4-BE49-F238E27FC236}">
                <a16:creationId xmlns:a16="http://schemas.microsoft.com/office/drawing/2014/main" id="{A954D6B5-0668-4933-983E-126FA4F1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3538728"/>
            <a:ext cx="4315968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30">
                <a:solidFill>
                  <a:srgbClr val="B9C3C7"/>
                </a:solidFill>
                <a:latin typeface="Arial Unicode MS"/>
                <a:ea typeface="Arial Unicode MS"/>
                <a:cs typeface="Arial Unicode MS"/>
              </a:rPr>
              <a:t>从 DAG 编排、Agent Trial、可信执行，到 PinMe/IPFS 版本证据、测试网结算和 PM 贡献治理。</a:t>
            </a:r>
            <a:endParaRPr sz="1230"/>
          </a:p>
        </p:txBody>
      </p:sp>
      <p:sp>
        <p:nvSpPr>
          <p:cNvPr id="657" name="Shape 655">
            <a:extLst xmlns:a="http://schemas.openxmlformats.org/drawingml/2006/main">
              <a:ext uri="{FF2B5EF4-FFF2-40B4-BE49-F238E27FC236}">
                <a16:creationId xmlns:a16="http://schemas.microsoft.com/office/drawing/2014/main" id="{4074E4B9-51FF-43BB-B1DC-02D33C85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368" y="768096"/>
            <a:ext cx="6309360" cy="3941064"/>
          </a:xfrm>
          <a:prstGeom xmlns:a="http://schemas.openxmlformats.org/drawingml/2006/main" prst="roundRect">
            <a:avLst>
              <a:gd name="adj" fmla="val 2784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2700">
            <a:solidFill>
              <a:srgbClr val="3A4B52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24000"/>
              </a:srgbClr>
            </a:outerShdw>
          </a:effectLst>
        </p:spPr>
      </p:sp>
      <p:pic>
        <p:nvPicPr>
          <p:cNvPr id="13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6b6e2c9fc341a8"/>
          <a:srcRect xmlns:a="http://schemas.openxmlformats.org/drawingml/2006/main" l="5000" t="0" r="5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03520" y="841248"/>
            <a:ext cx="6163056" cy="3849624"/>
          </a:xfrm>
          <a:prstGeom xmlns:a="http://schemas.openxmlformats.org/drawingml/2006/main" prst="rect">
            <a:avLst/>
          </a:prstGeom>
        </p:spPr>
      </p:pic>
      <p:sp>
        <p:nvSpPr>
          <p:cNvPr id="659" name="Shape 656">
            <a:extLst xmlns:a="http://schemas.openxmlformats.org/drawingml/2006/main">
              <a:ext uri="{FF2B5EF4-FFF2-40B4-BE49-F238E27FC236}">
                <a16:creationId xmlns:a16="http://schemas.microsoft.com/office/drawing/2014/main" id="{466BAF93-1129-4FAB-BA7A-06E84AF2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73168"/>
            <a:ext cx="2788920" cy="114300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2700">
            <a:solidFill>
              <a:srgbClr val="2C3B42"/>
            </a:solidFill>
            <a:prstDash val="solid"/>
          </a:ln>
        </p:spPr>
      </p:sp>
      <p:sp>
        <p:nvSpPr>
          <p:cNvPr id="660" name="Text 657">
            <a:extLst xmlns:a="http://schemas.openxmlformats.org/drawingml/2006/main">
              <a:ext uri="{FF2B5EF4-FFF2-40B4-BE49-F238E27FC236}">
                <a16:creationId xmlns:a16="http://schemas.microsoft.com/office/drawing/2014/main" id="{089CD340-9606-4791-90B4-00DC9052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50109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C4F35A"/>
                </a:solidFill>
                <a:latin typeface="Arial"/>
                <a:ea typeface="Arial"/>
                <a:cs typeface="Arial"/>
              </a:rPr>
              <a:t>LIVE</a:t>
            </a:r>
            <a:endParaRPr sz="800"/>
          </a:p>
        </p:txBody>
      </p:sp>
      <p:sp>
        <p:nvSpPr>
          <p:cNvPr id="661" name="Text 658">
            <a:hlinkClick xmlns:r="http://schemas.openxmlformats.org/officeDocument/2006/relationships" xmlns:a="http://schemas.openxmlformats.org/drawingml/2006/main" r:id="Rae0734f812854121"/>
            <a:extLst xmlns:a="http://schemas.openxmlformats.org/drawingml/2006/main">
              <a:ext uri="{FF2B5EF4-FFF2-40B4-BE49-F238E27FC236}">
                <a16:creationId xmlns:a16="http://schemas.microsoft.com/office/drawing/2014/main" id="{91EC5D2A-0BE0-4330-BB1C-A41DF6AC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5321808"/>
            <a:ext cx="2240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 u="sng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60a5ff78228c426c"/>
              </a:rPr>
              <a:t>mesh-pinme.pinme.dev</a:t>
            </a:r>
            <a:endParaRPr sz="920"/>
          </a:p>
        </p:txBody>
      </p:sp>
      <p:sp>
        <p:nvSpPr>
          <p:cNvPr id="662" name="Shape 659">
            <a:extLst xmlns:a="http://schemas.openxmlformats.org/drawingml/2006/main">
              <a:ext uri="{FF2B5EF4-FFF2-40B4-BE49-F238E27FC236}">
                <a16:creationId xmlns:a16="http://schemas.microsoft.com/office/drawing/2014/main" id="{B1E4065C-4112-460F-99BE-7C70B1DA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4773168"/>
            <a:ext cx="2788920" cy="114300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2700">
            <a:solidFill>
              <a:srgbClr val="2C3B42"/>
            </a:solidFill>
            <a:prstDash val="solid"/>
          </a:ln>
        </p:spPr>
      </p:sp>
      <p:sp>
        <p:nvSpPr>
          <p:cNvPr id="663" name="Text 660">
            <a:extLst xmlns:a="http://schemas.openxmlformats.org/drawingml/2006/main">
              <a:ext uri="{FF2B5EF4-FFF2-40B4-BE49-F238E27FC236}">
                <a16:creationId xmlns:a16="http://schemas.microsoft.com/office/drawing/2014/main" id="{9F9E6EDB-0664-42A5-86D8-687CD17D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5010912"/>
            <a:ext cx="1371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39D7E7"/>
                </a:solidFill>
                <a:latin typeface="Arial"/>
                <a:ea typeface="Arial"/>
                <a:cs typeface="Arial"/>
              </a:rPr>
              <a:t>CURRENT CID</a:t>
            </a:r>
            <a:endParaRPr sz="800"/>
          </a:p>
        </p:txBody>
      </p:sp>
      <p:sp>
        <p:nvSpPr>
          <p:cNvPr id="664" name="Text 661">
            <a:extLst xmlns:a="http://schemas.openxmlformats.org/drawingml/2006/main">
              <a:ext uri="{FF2B5EF4-FFF2-40B4-BE49-F238E27FC236}">
                <a16:creationId xmlns:a16="http://schemas.microsoft.com/office/drawing/2014/main" id="{2D21A24C-E3D3-46A1-9C4F-6A76B619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5321808"/>
            <a:ext cx="2194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FFFFFF"/>
                </a:solidFill>
                <a:latin typeface="Arial"/>
                <a:ea typeface="Arial"/>
                <a:cs typeface="Arial"/>
              </a:rPr>
              <a:t>bafybeih…kuiy5u</a:t>
            </a:r>
            <a:endParaRPr sz="920"/>
          </a:p>
        </p:txBody>
      </p:sp>
      <p:sp>
        <p:nvSpPr>
          <p:cNvPr id="665" name="Text 662">
            <a:extLst xmlns:a="http://schemas.openxmlformats.org/drawingml/2006/main">
              <a:ext uri="{FF2B5EF4-FFF2-40B4-BE49-F238E27FC236}">
                <a16:creationId xmlns:a16="http://schemas.microsoft.com/office/drawing/2014/main" id="{2DE5EC93-B3CA-4FC4-9EBB-F5945016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138928"/>
            <a:ext cx="4023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4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产品演示 / 项目亮点 / 技术架构</a:t>
            </a:r>
            <a:endParaRPr sz="1450"/>
          </a:p>
        </p:txBody>
      </p:sp>
      <p:sp>
        <p:nvSpPr>
          <p:cNvPr id="666" name="Text 663">
            <a:extLst xmlns:a="http://schemas.openxmlformats.org/drawingml/2006/main">
              <a:ext uri="{FF2B5EF4-FFF2-40B4-BE49-F238E27FC236}">
                <a16:creationId xmlns:a16="http://schemas.microsoft.com/office/drawing/2014/main" id="{EEDC03E4-1E15-4D30-B706-9D72513C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96128"/>
            <a:ext cx="40233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20" spc="150">
                <a:solidFill>
                  <a:srgbClr val="87969C"/>
                </a:solidFill>
                <a:latin typeface="Arial"/>
                <a:ea typeface="Arial"/>
                <a:cs typeface="Arial"/>
              </a:rPr>
              <a:t>TESTNET DEMO · FRONTEND ON IPFS</a:t>
            </a:r>
            <a:endParaRPr sz="720"/>
          </a:p>
        </p:txBody>
      </p:sp>
      <p:sp>
        <p:nvSpPr>
          <p:cNvPr id="667" name="Text 664">
            <a:extLst xmlns:a="http://schemas.openxmlformats.org/drawingml/2006/main">
              <a:ext uri="{FF2B5EF4-FFF2-40B4-BE49-F238E27FC236}">
                <a16:creationId xmlns:a16="http://schemas.microsoft.com/office/drawing/2014/main" id="{8040C24F-7598-4B68-A244-DD19122D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28816"/>
            <a:ext cx="4754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spc="150">
                <a:solidFill>
                  <a:srgbClr val="9AA7AD"/>
                </a:solidFill>
                <a:latin typeface="Arial"/>
                <a:ea typeface="Arial"/>
                <a:cs typeface="Arial"/>
              </a:rPr>
              <a:t>pinme-mesh · PRODUCT DEMO · 2026-08-30</a:t>
            </a:r>
            <a:endParaRPr sz="670"/>
          </a:p>
        </p:txBody>
      </p:sp>
      <p:sp>
        <p:nvSpPr>
          <p:cNvPr id="668" name="Text 665">
            <a:extLst xmlns:a="http://schemas.openxmlformats.org/drawingml/2006/main">
              <a:ext uri="{FF2B5EF4-FFF2-40B4-BE49-F238E27FC236}">
                <a16:creationId xmlns:a16="http://schemas.microsoft.com/office/drawing/2014/main" id="{078C19F9-5F49-432C-B1ED-69E33F79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92240"/>
            <a:ext cx="3291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C4F35A"/>
                </a:solidFill>
                <a:latin typeface="Arial"/>
                <a:ea typeface="Arial"/>
                <a:cs typeface="Arial"/>
              </a:rPr>
              <a:t>01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4923193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EB6CA84-88AC-4DD7-B481-888AA494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 spc="210">
                <a:solidFill>
                  <a:srgbClr val="08AAC4"/>
                </a:solidFill>
                <a:latin typeface="Arial"/>
                <a:ea typeface="Arial"/>
                <a:cs typeface="Arial"/>
              </a:rPr>
              <a:t>01 / PRODUCT THESIS</a:t>
            </a:r>
            <a:endParaRPr sz="7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4AD0281-1316-44A3-AEA8-6A9C29AE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49224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它解决的不是“聊天”，而是“把工作真正完成”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8A8E62E-9DCD-456F-ABCE-BC12A8E1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088136"/>
            <a:ext cx="10698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将任务、能力、证据、资金和贡献放进同一条可审计链路。</a:t>
            </a:r>
            <a:endParaRPr sz="10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A79DDC5-40DE-427D-985D-262F88AA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28800"/>
            <a:ext cx="1042416" cy="10424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12700">
            <a:solidFill>
              <a:srgbClr val="101318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ECC893A-A444-46DE-AD0C-0945E5E6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002536"/>
            <a:ext cx="1042416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  <a:endParaRPr sz="7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9C9031F-8F82-4BC4-990D-B2B1655A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76856"/>
            <a:ext cx="104241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目标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BC07000-051B-4F95-B559-C64BFA98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026664"/>
            <a:ext cx="16276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任务方定义结果</a:t>
            </a:r>
            <a:endParaRPr sz="8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79C7967-43CA-41EE-B66A-EA64863A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656" y="2340864"/>
            <a:ext cx="841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AAC4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BCE0024-12EA-4E3F-9AAF-A8DF6D8C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1828800"/>
            <a:ext cx="1042416" cy="10424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/>
          </a:solidFill>
          <a:ln xmlns:a="http://schemas.openxmlformats.org/drawingml/2006/main" w="12700">
            <a:solidFill>
              <a:srgbClr val="08AAC4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11934FF-A520-4900-AE2A-386EA70A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002536"/>
            <a:ext cx="1042416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02</a:t>
            </a:r>
            <a:endParaRPr sz="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B462938-D142-452B-8411-36087F12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276856"/>
            <a:ext cx="104241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编排</a:t>
            </a:r>
            <a:endParaRPr sz="13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1F96BA8-A182-4F10-AA27-A9E55B14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026664"/>
            <a:ext cx="16276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DAG 与人工 Gate</a:t>
            </a:r>
            <a:endParaRPr sz="8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8828C3B-6A1F-4336-8CB1-F32F1B4D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2340864"/>
            <a:ext cx="841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AAC4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0BA4D88-FFF9-4034-A82D-000481D2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1828800"/>
            <a:ext cx="1042416" cy="10424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129"/>
          </a:solidFill>
          <a:ln xmlns:a="http://schemas.openxmlformats.org/drawingml/2006/main" w="12700">
            <a:solidFill>
              <a:srgbClr val="172129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9A7732A-5BA5-4E78-AECA-A1933732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002536"/>
            <a:ext cx="1042416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  <a:endParaRPr sz="7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EDC9E49-1811-4451-9603-9E1D0C1A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276856"/>
            <a:ext cx="104241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执行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3020C68-D30A-4744-AFC4-DD768640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3026664"/>
            <a:ext cx="16276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Agent Endpoint</a:t>
            </a:r>
            <a:endParaRPr sz="8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03C0CBF-43F4-4A01-B06B-A197F025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340864"/>
            <a:ext cx="841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4F35A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0CDAA9EB-A979-4EF6-B124-AC2CC292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1828800"/>
            <a:ext cx="1042416" cy="10424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/>
          </a:solidFill>
          <a:ln xmlns:a="http://schemas.openxmlformats.org/drawingml/2006/main" w="12700">
            <a:solidFill>
              <a:srgbClr val="C4F35A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5EC779A-051A-4440-88C8-24446196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2002536"/>
            <a:ext cx="1042416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04</a:t>
            </a:r>
            <a:endParaRPr sz="7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4DB480E-5C05-45A9-97BB-D87E3BA3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2276856"/>
            <a:ext cx="104241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证据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A2C8911-E230-4AD5-BBD4-D5284877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3026664"/>
            <a:ext cx="16276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CID + Manifest</a:t>
            </a:r>
            <a:endParaRPr sz="8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8F9485B6-A58A-40EE-92CA-94C29105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2340864"/>
            <a:ext cx="841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AAC4">
                <a:alpha val="82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D666A787-1EC6-4B8D-8AB6-FFFAAD76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216" y="1828800"/>
            <a:ext cx="1042416" cy="10424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12700">
            <a:solidFill>
              <a:srgbClr val="101318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5AC5549-375A-46D2-BAB5-C8178024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216" y="2002536"/>
            <a:ext cx="1042416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  <a:endParaRPr sz="7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2DC2425-B149-4C72-8704-63B09925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216" y="2276856"/>
            <a:ext cx="104241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结算</a:t>
            </a:r>
            <a:endParaRPr sz="13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9D566F6-9F48-4420-8DC0-F0650D1A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608" y="3026664"/>
            <a:ext cx="16276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Escrow + PM</a:t>
            </a:r>
            <a:endParaRPr sz="8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E816EFEE-CB49-4D38-939A-CB067C39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76472"/>
            <a:ext cx="349300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6D6D6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20163397-D0F8-4EDC-B8E7-343E0FCF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977640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BEAEA"/>
          </a:solidFill>
          <a:ln xmlns:a="http://schemas.openxmlformats.org/drawingml/2006/main" w="12700">
            <a:solidFill>
              <a:srgbClr val="FBEAEA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0770DB8C-7AC5-471D-8D54-71D75DDD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064508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D94F4F"/>
                </a:solidFill>
                <a:latin typeface="Arial"/>
                <a:ea typeface="Arial"/>
                <a:cs typeface="Arial"/>
              </a:rPr>
              <a:t>!</a:t>
            </a:r>
            <a:endParaRPr sz="74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64BBD9D-85B4-4FF3-BF9D-54AFF438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176" y="3986784"/>
            <a:ext cx="2542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传统 Agent 产品的断点</a:t>
            </a:r>
            <a:endParaRPr sz="13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99D2E2BF-F203-4277-96C6-608ED32E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489704"/>
            <a:ext cx="3054096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1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能力描述与真实可用性脱节；执行结果只有文本，没有版本证据；支付、争议和声誉各自为政。</a:t>
            </a:r>
            <a:endParaRPr sz="101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E93A7824-E20C-45B0-983E-7416BE07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44" y="3776472"/>
            <a:ext cx="349300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DE6EA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DF25A05B-5AC8-49FB-8731-72DD6F9C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3977640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7F8FB"/>
          </a:solidFill>
          <a:ln xmlns:a="http://schemas.openxmlformats.org/drawingml/2006/main" w="12700">
            <a:solidFill>
              <a:srgbClr val="E7F8FB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5AADD126-FD4E-489D-9C2D-89F0F9CE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4064508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08AAC4"/>
                </a:solidFill>
                <a:latin typeface="Arial"/>
                <a:ea typeface="Arial"/>
                <a:cs typeface="Arial"/>
              </a:rPr>
              <a:t>M</a:t>
            </a:r>
            <a:endParaRPr sz="74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4A917A09-120B-48B2-8251-DA3F6F50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3986784"/>
            <a:ext cx="2542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pinme-mesh 的闭环</a:t>
            </a:r>
            <a:endParaRPr sz="13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E14A2D70-4759-44D9-80B8-CD23D8FA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89704"/>
            <a:ext cx="3054096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1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先试炼再入场，按 DAG 派发；交付以不可变 CID 形成版本链；验收、冻结和分账服从同一状态机。</a:t>
            </a:r>
            <a:endParaRPr sz="101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F9E68A83-4D03-4219-B680-A0C7D35C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776472"/>
            <a:ext cx="349300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DE8B9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07B2C15B-C32C-435C-908A-DEDBC72E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3977640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1FAD8"/>
          </a:solidFill>
          <a:ln xmlns:a="http://schemas.openxmlformats.org/drawingml/2006/main" w="12700">
            <a:solidFill>
              <a:srgbClr val="F1FAD8"/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99BFA49A-8312-44A3-A408-71351585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4064508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PM</a:t>
            </a:r>
            <a:endParaRPr sz="74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2FF3C0FA-8B5A-45C0-B52D-7A31516D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3986784"/>
            <a:ext cx="2542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长期差异化</a:t>
            </a:r>
            <a:endParaRPr sz="130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625DE484-3F31-4842-9E15-6A0B421D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176" y="4489704"/>
            <a:ext cx="3054096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1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把一次任务沉淀为可复核履历与贡献数据，再通过 PM 周期奖励和 Power 治理形成网络效应。</a:t>
            </a:r>
            <a:endParaRPr sz="1010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DA6BC2F4-DA12-47ED-AF84-F14C8B97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28816"/>
            <a:ext cx="4754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spc="150">
                <a:solidFill>
                  <a:srgbClr val="7C888D"/>
                </a:solidFill>
                <a:latin typeface="Arial"/>
                <a:ea typeface="Arial"/>
                <a:cs typeface="Arial"/>
              </a:rPr>
              <a:t>pinme-mesh · PRODUCT DEMO · 2026-08-30</a:t>
            </a:r>
            <a:endParaRPr sz="67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C77FD7C7-1442-4B2B-AB32-198CC390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92240"/>
            <a:ext cx="3291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08AAC4"/>
                </a:solidFill>
                <a:latin typeface="Arial"/>
                <a:ea typeface="Arial"/>
                <a:cs typeface="Arial"/>
              </a:rPr>
              <a:t>02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1978584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108F367-6D9A-484A-A55C-9B920161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 spc="210">
                <a:solidFill>
                  <a:srgbClr val="08AAC4"/>
                </a:solidFill>
                <a:latin typeface="Arial"/>
                <a:ea typeface="Arial"/>
                <a:cs typeface="Arial"/>
              </a:rPr>
              <a:t>02 / END-TO-END LOOP</a:t>
            </a:r>
            <a:endParaRPr sz="7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9890D2B-9CC0-4E40-A353-65B4F18D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49224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AI 编排 6 步，就按 6 步执行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A25DF25-86C8-4ABC-B9A3-54C55149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088136"/>
            <a:ext cx="10698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任务 TASK-2026-CA9B17：3 个角色 Agent 按依赖协作，随后自动生成可验收成果包。</a:t>
            </a:r>
            <a:endParaRPr sz="10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EDB4F81-2A24-4E5F-AC12-6655DE8A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37360"/>
            <a:ext cx="1901952" cy="1115568"/>
          </a:xfrm>
          <a:prstGeom xmlns:a="http://schemas.openxmlformats.org/drawingml/2006/main" prst="roundRect">
            <a:avLst>
              <a:gd name="adj" fmla="val 5738"/>
            </a:avLst>
          </a:prstGeom>
          <a:solidFill xmlns:a="http://schemas.openxmlformats.org/drawingml/2006/main">
            <a:srgbClr val="F4F7F2"/>
          </a:solidFill>
          <a:ln xmlns:a="http://schemas.openxmlformats.org/drawingml/2006/main" w="10160">
            <a:solidFill>
              <a:srgbClr val="D6DED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30C80A2-D20E-4B38-97EE-F4504888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11096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/>
          </a:solidFill>
          <a:ln xmlns:a="http://schemas.openxmlformats.org/drawingml/2006/main" w="12700">
            <a:solidFill>
              <a:srgbClr val="08AAC4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D9969E9-6EAD-423A-8FB0-400F926A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02536"/>
            <a:ext cx="32918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01</a:t>
            </a:r>
            <a:endParaRPr sz="63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6ACE46F-D6B6-4BE3-B3BB-CB932FCC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1911096"/>
            <a:ext cx="11155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目标拆解</a:t>
            </a:r>
            <a:endParaRPr sz="118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3CD2C95-7196-4AC0-995A-43B6358A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86584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Strategy Analyst</a:t>
            </a:r>
            <a:endParaRPr sz="82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9DFB225-6845-4088-973E-FE314D6A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6896" y="2295144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AAC4">
                <a:alpha val="88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DFCD820-75C5-4D0F-99F9-EBDA3610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1737360"/>
            <a:ext cx="1901952" cy="1115568"/>
          </a:xfrm>
          <a:prstGeom xmlns:a="http://schemas.openxmlformats.org/drawingml/2006/main" prst="roundRect">
            <a:avLst>
              <a:gd name="adj" fmla="val 5738"/>
            </a:avLst>
          </a:prstGeom>
          <a:solidFill xmlns:a="http://schemas.openxmlformats.org/drawingml/2006/main">
            <a:srgbClr val="F4F7F2"/>
          </a:solidFill>
          <a:ln xmlns:a="http://schemas.openxmlformats.org/drawingml/2006/main" w="10160">
            <a:solidFill>
              <a:srgbClr val="D6DEDA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3FBF93E-8F9E-4CBA-8324-1A5CE84B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1911096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/>
          </a:solidFill>
          <a:ln xmlns:a="http://schemas.openxmlformats.org/drawingml/2006/main" w="12700">
            <a:solidFill>
              <a:srgbClr val="08AAC4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26DEC93-AD77-4754-A500-43D62E43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2002536"/>
            <a:ext cx="32918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02</a:t>
            </a:r>
            <a:endParaRPr sz="63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6DC15FE-D256-4BA4-8118-CDC12D19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911096"/>
            <a:ext cx="11155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证据研究</a:t>
            </a:r>
            <a:endParaRPr sz="118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9C85804-ABE4-4EBA-8461-77759E52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2386584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Evidence Scout</a:t>
            </a:r>
            <a:endParaRPr sz="82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E1AF10D-AA09-4A04-86A1-F3210246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8" y="2295144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AAC4">
                <a:alpha val="88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73B9347-ABC0-4F30-961E-B274B290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1737360"/>
            <a:ext cx="1901952" cy="1115568"/>
          </a:xfrm>
          <a:prstGeom xmlns:a="http://schemas.openxmlformats.org/drawingml/2006/main" prst="roundRect">
            <a:avLst>
              <a:gd name="adj" fmla="val 5738"/>
            </a:avLst>
          </a:prstGeom>
          <a:solidFill xmlns:a="http://schemas.openxmlformats.org/drawingml/2006/main">
            <a:srgbClr val="F4F7F2"/>
          </a:solidFill>
          <a:ln xmlns:a="http://schemas.openxmlformats.org/drawingml/2006/main" w="10160">
            <a:solidFill>
              <a:srgbClr val="D6DEDA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15E1D57-BB9B-4299-B23D-1E46A5B5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1911096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/>
          </a:solidFill>
          <a:ln xmlns:a="http://schemas.openxmlformats.org/drawingml/2006/main" w="12700">
            <a:solidFill>
              <a:srgbClr val="08AAC4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E22DC3F-5848-46C0-A450-13AA7594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2002536"/>
            <a:ext cx="32918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03</a:t>
            </a:r>
            <a:endParaRPr sz="63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0F89E3A-F690-4EF8-8A22-C23BFE6E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1911096"/>
            <a:ext cx="11155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核心交付</a:t>
            </a:r>
            <a:endParaRPr sz="118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2259A63-249C-4D10-A337-FE02D8FF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2386584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Delivery Writer</a:t>
            </a:r>
            <a:endParaRPr sz="82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CE69578-5CA1-484D-97A3-BE1EE1F7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295144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AAC4">
                <a:alpha val="88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D0F9CE36-B605-4CB5-A66D-CE67C27B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1737360"/>
            <a:ext cx="1901952" cy="1115568"/>
          </a:xfrm>
          <a:prstGeom xmlns:a="http://schemas.openxmlformats.org/drawingml/2006/main" prst="roundRect">
            <a:avLst>
              <a:gd name="adj" fmla="val 5738"/>
            </a:avLst>
          </a:prstGeom>
          <a:solidFill xmlns:a="http://schemas.openxmlformats.org/drawingml/2006/main">
            <a:srgbClr val="F4F7F2"/>
          </a:solidFill>
          <a:ln xmlns:a="http://schemas.openxmlformats.org/drawingml/2006/main" w="10160">
            <a:solidFill>
              <a:srgbClr val="D6DEDA"/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4B63FB1E-5661-4A6C-BEA1-B9A36B6C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1911096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/>
          </a:solidFill>
          <a:ln xmlns:a="http://schemas.openxmlformats.org/drawingml/2006/main" w="12700">
            <a:solidFill>
              <a:srgbClr val="08AAC4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95AB075-37A7-4D17-892B-1CE6B3A6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2002536"/>
            <a:ext cx="32918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04</a:t>
            </a:r>
            <a:endParaRPr sz="63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F89F80F-0399-4457-9761-6A11C497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864" y="1911096"/>
            <a:ext cx="11155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发布准备</a:t>
            </a:r>
            <a:endParaRPr sz="118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FA57AF8-A3D6-4725-AD1F-0DB38D11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2386584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Evidence Scout</a:t>
            </a:r>
            <a:endParaRPr sz="82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F723C71E-35B2-43F8-AA16-5E94B47D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032" y="2295144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AAC4">
                <a:alpha val="88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5FB241C8-90B7-470E-8D7B-74BDFE3D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216" y="1737360"/>
            <a:ext cx="1901952" cy="1115568"/>
          </a:xfrm>
          <a:prstGeom xmlns:a="http://schemas.openxmlformats.org/drawingml/2006/main" prst="roundRect">
            <a:avLst>
              <a:gd name="adj" fmla="val 5738"/>
            </a:avLst>
          </a:prstGeom>
          <a:solidFill xmlns:a="http://schemas.openxmlformats.org/drawingml/2006/main">
            <a:srgbClr val="F4F7F2"/>
          </a:solidFill>
          <a:ln xmlns:a="http://schemas.openxmlformats.org/drawingml/2006/main" w="10160">
            <a:solidFill>
              <a:srgbClr val="D6DEDA"/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E0BF8439-57BC-4925-8160-A7C106F5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1911096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/>
          </a:solidFill>
          <a:ln xmlns:a="http://schemas.openxmlformats.org/drawingml/2006/main" w="12700">
            <a:solidFill>
              <a:srgbClr val="08AAC4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3121C0C5-48E7-47F3-8623-A3D78329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2002536"/>
            <a:ext cx="32918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05</a:t>
            </a:r>
            <a:endParaRPr sz="63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7B5A95A6-347A-4C49-98C3-A41343D7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3576" y="1911096"/>
            <a:ext cx="11155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策略决策</a:t>
            </a:r>
            <a:endParaRPr sz="118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B5055BFC-67FE-4DD5-AB99-442372D9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2386584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Strategy Analyst</a:t>
            </a:r>
            <a:endParaRPr sz="82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690469BD-0B0A-4546-835F-8A92A505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216" y="3877056"/>
            <a:ext cx="1901952" cy="1115568"/>
          </a:xfrm>
          <a:prstGeom xmlns:a="http://schemas.openxmlformats.org/drawingml/2006/main" prst="roundRect">
            <a:avLst>
              <a:gd name="adj" fmla="val 5738"/>
            </a:avLst>
          </a:prstGeom>
          <a:solidFill xmlns:a="http://schemas.openxmlformats.org/drawingml/2006/main">
            <a:srgbClr val="F8FAF8"/>
          </a:solidFill>
          <a:ln xmlns:a="http://schemas.openxmlformats.org/drawingml/2006/main" w="10160">
            <a:solidFill>
              <a:srgbClr val="D6DEDA"/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7A573BED-AB37-4843-A5BB-A7F9E1AE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4050792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/>
          </a:solidFill>
          <a:ln xmlns:a="http://schemas.openxmlformats.org/drawingml/2006/main" w="12700">
            <a:solidFill>
              <a:srgbClr val="08AAC4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A52BB40E-27AD-411B-BE0A-DA6642C0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4142232"/>
            <a:ext cx="32918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06</a:t>
            </a:r>
            <a:endParaRPr sz="63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728D6B25-000E-419F-BFB1-0EDDF439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3576" y="4050792"/>
            <a:ext cx="11155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独立复核</a:t>
            </a:r>
            <a:endParaRPr sz="118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E9A2D457-0A7A-4DBB-B51E-BA2F8F2A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4526280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Delivery Writer</a:t>
            </a:r>
            <a:endParaRPr sz="82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F7B76B3-1AD6-4B03-9ACD-B3B6AA75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427464" y="4434840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AAC4">
                <a:alpha val="88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42F663F7-25DE-410B-99A5-869C98CE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3877056"/>
            <a:ext cx="1901952" cy="1115568"/>
          </a:xfrm>
          <a:prstGeom xmlns:a="http://schemas.openxmlformats.org/drawingml/2006/main" prst="roundRect">
            <a:avLst>
              <a:gd name="adj" fmla="val 5738"/>
            </a:avLst>
          </a:prstGeom>
          <a:solidFill xmlns:a="http://schemas.openxmlformats.org/drawingml/2006/main">
            <a:srgbClr val="F8FAF8"/>
          </a:solidFill>
          <a:ln xmlns:a="http://schemas.openxmlformats.org/drawingml/2006/main" w="10160">
            <a:solidFill>
              <a:srgbClr val="D6DEDA"/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B4AFB211-C273-4892-B493-D3B16243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4050792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/>
          </a:solidFill>
          <a:ln xmlns:a="http://schemas.openxmlformats.org/drawingml/2006/main" w="12700">
            <a:solidFill>
              <a:srgbClr val="C4F35A"/>
            </a:solidFill>
            <a:prstDash val="solid"/>
          </a:ln>
        </p:spPr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396857B2-106C-491F-87B4-8B391534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4142232"/>
            <a:ext cx="32918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07</a:t>
            </a:r>
            <a:endParaRPr sz="63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55D41D09-4F58-49B1-86B1-54663BE5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864" y="4050792"/>
            <a:ext cx="11155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PinMe 自动交付</a:t>
            </a:r>
            <a:endParaRPr sz="1180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DA16F113-C50A-41D4-AE4C-7F87B9EE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4526280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5 条工作流 → 9 文件</a:t>
            </a:r>
            <a:endParaRPr sz="820"/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0474799E-E2C7-4681-BF79-FC6004F2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159752" y="4434840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AAC4">
                <a:alpha val="88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A897F3B7-216A-4CEE-96CA-D7E276B3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3877056"/>
            <a:ext cx="1901952" cy="1115568"/>
          </a:xfrm>
          <a:prstGeom xmlns:a="http://schemas.openxmlformats.org/drawingml/2006/main" prst="roundRect">
            <a:avLst>
              <a:gd name="adj" fmla="val 5738"/>
            </a:avLst>
          </a:prstGeom>
          <a:solidFill xmlns:a="http://schemas.openxmlformats.org/drawingml/2006/main">
            <a:srgbClr val="F8FAF8"/>
          </a:solidFill>
          <a:ln xmlns:a="http://schemas.openxmlformats.org/drawingml/2006/main" w="10160">
            <a:solidFill>
              <a:srgbClr val="D6DEDA"/>
            </a:solidFill>
            <a:prstDash val="solid"/>
          </a:ln>
        </p:spPr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26627CA5-70E7-4CAA-BB12-2B875938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4050792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/>
          </a:solidFill>
          <a:ln xmlns:a="http://schemas.openxmlformats.org/drawingml/2006/main" w="12700">
            <a:solidFill>
              <a:srgbClr val="C4F35A"/>
            </a:solidFill>
            <a:prstDash val="solid"/>
          </a:ln>
        </p:spPr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B976C59C-7B52-42EF-9C13-4972DD09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4142232"/>
            <a:ext cx="32918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08</a:t>
            </a:r>
            <a:endParaRPr sz="630"/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15B7150A-26FD-4966-817B-4F24A946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4050792"/>
            <a:ext cx="11155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Markdown 验收</a:t>
            </a:r>
            <a:endParaRPr sz="1180"/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437DEAB4-DBFC-4DE8-B000-FBB885C3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4526280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客户可读成果包</a:t>
            </a:r>
            <a:endParaRPr sz="820"/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A03EFE23-BB22-49A2-809E-B7AA0B6D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892040" y="4434840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AAC4">
                <a:alpha val="88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5D108B29-686C-4B44-92DE-7C6E1FD0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877056"/>
            <a:ext cx="1901952" cy="1115568"/>
          </a:xfrm>
          <a:prstGeom xmlns:a="http://schemas.openxmlformats.org/drawingml/2006/main" prst="roundRect">
            <a:avLst>
              <a:gd name="adj" fmla="val 5738"/>
            </a:avLst>
          </a:prstGeom>
          <a:solidFill xmlns:a="http://schemas.openxmlformats.org/drawingml/2006/main">
            <a:srgbClr val="F8FAF8"/>
          </a:solidFill>
          <a:ln xmlns:a="http://schemas.openxmlformats.org/drawingml/2006/main" w="10160">
            <a:solidFill>
              <a:srgbClr val="D6DEDA"/>
            </a:solidFill>
            <a:prstDash val="solid"/>
          </a:ln>
        </p:spPr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36327E37-8D57-4BF7-88B3-A91C39C1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4050792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12700">
            <a:solidFill>
              <a:srgbClr val="D99A2B"/>
            </a:solidFill>
            <a:prstDash val="solid"/>
          </a:ln>
        </p:spPr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D6FB81FF-EC02-4827-9CC0-D1555139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4142232"/>
            <a:ext cx="32918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09</a:t>
            </a:r>
            <a:endParaRPr sz="630"/>
          </a:p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43ADC2CD-01C6-4B43-8F6F-2689A4E8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4050792"/>
            <a:ext cx="11155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结算/争议</a:t>
            </a:r>
            <a:endParaRPr sz="1180"/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B2CD8D01-A23C-4FF8-8D20-ACC033EF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4526280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释放或冻结二选一</a:t>
            </a:r>
            <a:endParaRPr sz="820"/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CB178428-E5D7-4E8F-96F3-B0627CAC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624328" y="4434840"/>
            <a:ext cx="2560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AAC4">
                <a:alpha val="88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D8848174-9509-46D5-A05E-AA5141AF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77056"/>
            <a:ext cx="1901952" cy="1115568"/>
          </a:xfrm>
          <a:prstGeom xmlns:a="http://schemas.openxmlformats.org/drawingml/2006/main" prst="roundRect">
            <a:avLst>
              <a:gd name="adj" fmla="val 5738"/>
            </a:avLst>
          </a:prstGeom>
          <a:solidFill xmlns:a="http://schemas.openxmlformats.org/drawingml/2006/main">
            <a:srgbClr val="F8FAF8"/>
          </a:solidFill>
          <a:ln xmlns:a="http://schemas.openxmlformats.org/drawingml/2006/main" w="10160">
            <a:solidFill>
              <a:srgbClr val="D6DEDA"/>
            </a:solidFill>
            <a:prstDash val="solid"/>
          </a:ln>
        </p:spPr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57936B38-4163-4D30-9F08-E85296E0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50792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/>
          </a:solidFill>
          <a:ln xmlns:a="http://schemas.openxmlformats.org/drawingml/2006/main" w="12700">
            <a:solidFill>
              <a:srgbClr val="08AAC4"/>
            </a:solidFill>
            <a:prstDash val="solid"/>
          </a:ln>
        </p:spPr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111BB757-542D-4FE3-8688-46F6002B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42232"/>
            <a:ext cx="32918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3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10</a:t>
            </a:r>
            <a:endParaRPr sz="630"/>
          </a:p>
        </p:txBody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B7B0BA08-ADCE-4FEF-8282-3F3E29F3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4050792"/>
            <a:ext cx="111556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8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贡献沉淀</a:t>
            </a:r>
            <a:endParaRPr sz="1180"/>
          </a:p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743B8A40-49A8-47C7-A8E3-DCE1728E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26280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履约信誉、PM 与 Power</a:t>
            </a:r>
            <a:endParaRPr sz="820"/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2BF3A82A-C5EE-4561-9020-0B80760A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4784" y="2852928"/>
            <a:ext cx="0" cy="10241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AAC4"/>
            </a:solidFill>
            <a:prstDash val="solid"/>
            <a:tailEnd type="triangle"/>
          </a:ln>
        </p:spPr>
      </p:sp>
      <p:sp>
        <p:nvSpPr>
          <p:cNvPr id="64" name="Shape 62">
            <a:extLst xmlns:a="http://schemas.openxmlformats.org/drawingml/2006/main">
              <a:ext uri="{FF2B5EF4-FFF2-40B4-BE49-F238E27FC236}">
                <a16:creationId xmlns:a16="http://schemas.microsoft.com/office/drawing/2014/main" id="{E622E8C0-81EE-4E2B-9013-FBD5B240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5532120"/>
            <a:ext cx="9235440" cy="603504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1318"/>
          </a:solidFill>
          <a:ln xmlns:a="http://schemas.openxmlformats.org/drawingml/2006/main" w="12700">
            <a:solidFill>
              <a:srgbClr val="101318"/>
            </a:solidFill>
            <a:prstDash val="solid"/>
          </a:ln>
        </p:spPr>
      </p:sp>
      <p:sp>
        <p:nvSpPr>
          <p:cNvPr id="65" name="Text 63">
            <a:extLst xmlns:a="http://schemas.openxmlformats.org/drawingml/2006/main">
              <a:ext uri="{FF2B5EF4-FFF2-40B4-BE49-F238E27FC236}">
                <a16:creationId xmlns:a16="http://schemas.microsoft.com/office/drawing/2014/main" id="{AC890C37-757A-4057-B72D-5A16D6BB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792" y="5742432"/>
            <a:ext cx="16002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0" b="1" spc="110">
                <a:solidFill>
                  <a:srgbClr val="C4F35A"/>
                </a:solidFill>
                <a:latin typeface="Arial"/>
                <a:ea typeface="Arial"/>
                <a:cs typeface="Arial"/>
              </a:rPr>
              <a:t>ONE STATE MACHINE</a:t>
            </a:r>
            <a:endParaRPr sz="720"/>
          </a:p>
        </p:txBody>
      </p:sp>
      <p:sp>
        <p:nvSpPr>
          <p:cNvPr id="66" name="Text 64">
            <a:extLst xmlns:a="http://schemas.openxmlformats.org/drawingml/2006/main">
              <a:ext uri="{FF2B5EF4-FFF2-40B4-BE49-F238E27FC236}">
                <a16:creationId xmlns:a16="http://schemas.microsoft.com/office/drawing/2014/main" id="{47556CD4-BC03-4754-A33E-F704C766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5696712"/>
            <a:ext cx="672084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幂等启动 · 单调回调 · 唯一争议 · 一次结算 · 追加式审计</a:t>
            </a:r>
            <a:endParaRPr sz="1020"/>
          </a:p>
        </p:txBody>
      </p:sp>
      <p:sp>
        <p:nvSpPr>
          <p:cNvPr id="67" name="Text 65">
            <a:extLst xmlns:a="http://schemas.openxmlformats.org/drawingml/2006/main">
              <a:ext uri="{FF2B5EF4-FFF2-40B4-BE49-F238E27FC236}">
                <a16:creationId xmlns:a16="http://schemas.microsoft.com/office/drawing/2014/main" id="{58C9E193-9FAC-4693-BDAE-24C25B5D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28816"/>
            <a:ext cx="4754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spc="150">
                <a:solidFill>
                  <a:srgbClr val="7C888D"/>
                </a:solidFill>
                <a:latin typeface="Arial"/>
                <a:ea typeface="Arial"/>
                <a:cs typeface="Arial"/>
              </a:rPr>
              <a:t>pinme-mesh · PRODUCT DEMO · 2026-08-30</a:t>
            </a:r>
            <a:endParaRPr sz="670"/>
          </a:p>
        </p:txBody>
      </p:sp>
      <p:sp>
        <p:nvSpPr>
          <p:cNvPr id="68" name="Text 66">
            <a:extLst xmlns:a="http://schemas.openxmlformats.org/drawingml/2006/main">
              <a:ext uri="{FF2B5EF4-FFF2-40B4-BE49-F238E27FC236}">
                <a16:creationId xmlns:a16="http://schemas.microsoft.com/office/drawing/2014/main" id="{C51228CA-7670-4C12-8CD3-282512AD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92240"/>
            <a:ext cx="3291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08AAC4"/>
                </a:solidFill>
                <a:latin typeface="Arial"/>
                <a:ea typeface="Arial"/>
                <a:cs typeface="Arial"/>
              </a:rPr>
              <a:t>03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7022027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ABB1814-9B75-4363-8DED-5910DCA6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69311C3-DDAF-48CF-ABA8-2BAB4403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27F8C45-E393-4F3E-9C0F-AABCE0D2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0383218-32E6-43DF-B35B-3023D879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E446AB-1225-4C58-8798-3BDB7F00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F3E7828-7682-4ECD-AFB9-EC4DCB53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679B188-5B47-42AB-AE86-E1D883E4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9C2D04D-0FCA-4213-9550-586BCAF4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E6A7885-18AF-4146-B3B3-500824E9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5330D2F-A345-499A-8FB9-51592483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F72FBBE-32F6-4276-8C1A-AE2D03A6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5BE2CA2-B53C-4949-B73A-8A21C36F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95D610D-5B0A-4FEA-BCB8-CAD3548F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83F8651-32FD-432C-A1A0-28AE0E9A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CF927E3-C14A-4F67-929D-E22C3291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48CB1C7-30C5-4F2F-B484-40C23934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3B29B9D-7228-4C90-BA2F-3A2260DA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529B515-C884-488A-848D-88725E1F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EF6C446-F9ED-43D8-AC36-98815CC5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E9C9B3E8-A2B3-4696-8C28-14E903ED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EE510BE1-0EF8-44D3-9269-BFC98763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46564660-A020-4DFE-A2EA-F58D8F8F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EDD932CE-9AA2-4FFD-BB15-0757C7AD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93785CE-1A6D-4317-8019-01552EEB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79DD5207-0365-43E9-9156-702E5F24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BC9088B8-4262-453F-B457-F4E4E6D5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1393A9AD-4989-4A8E-905E-A1EA5EBA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C812EFB6-1982-4A4E-B3D4-EF29C0D9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18730419-AAD8-44E2-8B7C-97079922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F1523BB5-A5E2-4068-98CB-03133471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5B04D3B0-4BAE-4B8A-9F85-145F3168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58656223-0339-44C4-83F9-62DFFF84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429B40E8-A65E-462B-BB4C-B317C4B4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73CA8AAC-6AA2-4558-B1C9-F90F166B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4D1CF912-A884-4812-939A-1BC69107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C64DEE4D-2D5F-46C1-B024-F953B598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68DD9E6B-76B4-4346-9880-0996ECC9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E00D8C3E-884A-40EF-9E74-B3B973DE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4286273E-3AB6-4347-9DCE-620F5504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AE05017A-99E7-4359-8023-8902E477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766567A6-3288-49E5-9AEF-C7C08667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059CCC26-DD77-4D08-AABD-ABACC01F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5CBB7480-D3CB-4F43-AC0A-FA76A082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6B20C793-A0EE-420B-81A3-561A0E6D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F1CF6CEE-0C43-4FA5-8CE7-A3E20125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A854B8AE-184D-4EF6-AEDF-A93641D4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EF59D942-E812-45B5-A1CA-450CAA04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F8B91025-72E8-4102-88A3-385AA843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0DC56AA6-5342-4DFB-B83D-DBBBC588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596F306B-3640-4DEF-8DAF-4B1A8A06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E7A2263E-AE2B-4B41-8482-66C174D3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BB0853BB-40CD-4E17-839F-03156EDB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1F08376A-3FE1-4FBD-BD92-C55F4A93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E1FD0F29-02C6-43B1-8D42-ACEED146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E09845D7-E4EF-47AD-8074-D75597AB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B1E40234-6CC2-43A5-BC44-8AD2F82F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9D5D0431-41CD-48A6-89FA-30FE726F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A0829C5D-24D6-4F30-B2BD-34EED344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B907D906-D243-48B5-9F62-3D9E5DEC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35B0F1F3-AA70-461D-991D-7F40C25F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" name="Shape 60">
            <a:extLst xmlns:a="http://schemas.openxmlformats.org/drawingml/2006/main">
              <a:ext uri="{FF2B5EF4-FFF2-40B4-BE49-F238E27FC236}">
                <a16:creationId xmlns:a16="http://schemas.microsoft.com/office/drawing/2014/main" id="{615B67F9-3FB9-4080-9094-FD0F5045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394C8D82-31DD-45CB-B3FF-C8C19F26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" name="Shape 62">
            <a:extLst xmlns:a="http://schemas.openxmlformats.org/drawingml/2006/main">
              <a:ext uri="{FF2B5EF4-FFF2-40B4-BE49-F238E27FC236}">
                <a16:creationId xmlns:a16="http://schemas.microsoft.com/office/drawing/2014/main" id="{2C967A21-6230-4AFF-927A-D41B4F0D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5" name="Shape 63">
            <a:extLst xmlns:a="http://schemas.openxmlformats.org/drawingml/2006/main">
              <a:ext uri="{FF2B5EF4-FFF2-40B4-BE49-F238E27FC236}">
                <a16:creationId xmlns:a16="http://schemas.microsoft.com/office/drawing/2014/main" id="{111E923D-B6A7-4201-82F2-A9E9031A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6" name="Shape 64">
            <a:extLst xmlns:a="http://schemas.openxmlformats.org/drawingml/2006/main">
              <a:ext uri="{FF2B5EF4-FFF2-40B4-BE49-F238E27FC236}">
                <a16:creationId xmlns:a16="http://schemas.microsoft.com/office/drawing/2014/main" id="{2ADF48C3-4E28-48D8-AF69-0BC0491F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7" name="Shape 65">
            <a:extLst xmlns:a="http://schemas.openxmlformats.org/drawingml/2006/main">
              <a:ext uri="{FF2B5EF4-FFF2-40B4-BE49-F238E27FC236}">
                <a16:creationId xmlns:a16="http://schemas.microsoft.com/office/drawing/2014/main" id="{A008C306-CF54-4D8A-A99A-B521CFD2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8" name="Shape 66">
            <a:extLst xmlns:a="http://schemas.openxmlformats.org/drawingml/2006/main">
              <a:ext uri="{FF2B5EF4-FFF2-40B4-BE49-F238E27FC236}">
                <a16:creationId xmlns:a16="http://schemas.microsoft.com/office/drawing/2014/main" id="{AEB5F0C2-80D8-4F0E-899D-7D805E20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9" name="Shape 67">
            <a:extLst xmlns:a="http://schemas.openxmlformats.org/drawingml/2006/main">
              <a:ext uri="{FF2B5EF4-FFF2-40B4-BE49-F238E27FC236}">
                <a16:creationId xmlns:a16="http://schemas.microsoft.com/office/drawing/2014/main" id="{6C28542F-1E10-48EB-8C7F-6BAA08E8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0" name="Shape 68">
            <a:extLst xmlns:a="http://schemas.openxmlformats.org/drawingml/2006/main">
              <a:ext uri="{FF2B5EF4-FFF2-40B4-BE49-F238E27FC236}">
                <a16:creationId xmlns:a16="http://schemas.microsoft.com/office/drawing/2014/main" id="{A2B09661-194C-447A-9539-CD199D69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1" name="Shape 69">
            <a:extLst xmlns:a="http://schemas.openxmlformats.org/drawingml/2006/main">
              <a:ext uri="{FF2B5EF4-FFF2-40B4-BE49-F238E27FC236}">
                <a16:creationId xmlns:a16="http://schemas.microsoft.com/office/drawing/2014/main" id="{4C692103-AE27-49BB-8005-888872DD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2" name="Shape 70">
            <a:extLst xmlns:a="http://schemas.openxmlformats.org/drawingml/2006/main">
              <a:ext uri="{FF2B5EF4-FFF2-40B4-BE49-F238E27FC236}">
                <a16:creationId xmlns:a16="http://schemas.microsoft.com/office/drawing/2014/main" id="{39406D2D-DD47-468C-A403-CD81B342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3" name="Shape 71">
            <a:extLst xmlns:a="http://schemas.openxmlformats.org/drawingml/2006/main">
              <a:ext uri="{FF2B5EF4-FFF2-40B4-BE49-F238E27FC236}">
                <a16:creationId xmlns:a16="http://schemas.microsoft.com/office/drawing/2014/main" id="{F55CAD69-2EE8-4138-8E7A-73DDC466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4" name="Shape 72">
            <a:extLst xmlns:a="http://schemas.openxmlformats.org/drawingml/2006/main">
              <a:ext uri="{FF2B5EF4-FFF2-40B4-BE49-F238E27FC236}">
                <a16:creationId xmlns:a16="http://schemas.microsoft.com/office/drawing/2014/main" id="{4449F2C6-B537-43AD-9A78-D69B7A80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5" name="Shape 73">
            <a:extLst xmlns:a="http://schemas.openxmlformats.org/drawingml/2006/main">
              <a:ext uri="{FF2B5EF4-FFF2-40B4-BE49-F238E27FC236}">
                <a16:creationId xmlns:a16="http://schemas.microsoft.com/office/drawing/2014/main" id="{038EBA98-6013-4C51-803E-86D23374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6" name="Shape 74">
            <a:extLst xmlns:a="http://schemas.openxmlformats.org/drawingml/2006/main">
              <a:ext uri="{FF2B5EF4-FFF2-40B4-BE49-F238E27FC236}">
                <a16:creationId xmlns:a16="http://schemas.microsoft.com/office/drawing/2014/main" id="{4B429004-D82D-44D8-AE0F-EBC40114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7" name="Shape 75">
            <a:extLst xmlns:a="http://schemas.openxmlformats.org/drawingml/2006/main">
              <a:ext uri="{FF2B5EF4-FFF2-40B4-BE49-F238E27FC236}">
                <a16:creationId xmlns:a16="http://schemas.microsoft.com/office/drawing/2014/main" id="{AD0778AB-583B-4095-B4DA-0305B4B1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8" name="Shape 76">
            <a:extLst xmlns:a="http://schemas.openxmlformats.org/drawingml/2006/main">
              <a:ext uri="{FF2B5EF4-FFF2-40B4-BE49-F238E27FC236}">
                <a16:creationId xmlns:a16="http://schemas.microsoft.com/office/drawing/2014/main" id="{432857FC-9891-4D87-BB11-55EB4875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9" name="Shape 77">
            <a:extLst xmlns:a="http://schemas.openxmlformats.org/drawingml/2006/main">
              <a:ext uri="{FF2B5EF4-FFF2-40B4-BE49-F238E27FC236}">
                <a16:creationId xmlns:a16="http://schemas.microsoft.com/office/drawing/2014/main" id="{4772BED8-BB26-45F6-A0DB-99E83A78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0" name="Shape 78">
            <a:extLst xmlns:a="http://schemas.openxmlformats.org/drawingml/2006/main">
              <a:ext uri="{FF2B5EF4-FFF2-40B4-BE49-F238E27FC236}">
                <a16:creationId xmlns:a16="http://schemas.microsoft.com/office/drawing/2014/main" id="{E83B356E-BDB5-4C2B-8282-B4ECEBC0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1" name="Shape 79">
            <a:extLst xmlns:a="http://schemas.openxmlformats.org/drawingml/2006/main">
              <a:ext uri="{FF2B5EF4-FFF2-40B4-BE49-F238E27FC236}">
                <a16:creationId xmlns:a16="http://schemas.microsoft.com/office/drawing/2014/main" id="{ED066E0E-630C-4545-9787-4202C4E4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2" name="Shape 80">
            <a:extLst xmlns:a="http://schemas.openxmlformats.org/drawingml/2006/main">
              <a:ext uri="{FF2B5EF4-FFF2-40B4-BE49-F238E27FC236}">
                <a16:creationId xmlns:a16="http://schemas.microsoft.com/office/drawing/2014/main" id="{F9176733-B4EC-405A-BF77-43C742BA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3" name="Shape 81">
            <a:extLst xmlns:a="http://schemas.openxmlformats.org/drawingml/2006/main">
              <a:ext uri="{FF2B5EF4-FFF2-40B4-BE49-F238E27FC236}">
                <a16:creationId xmlns:a16="http://schemas.microsoft.com/office/drawing/2014/main" id="{C4468EFD-E7D5-4108-903E-EFDDAE84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4" name="Shape 82">
            <a:extLst xmlns:a="http://schemas.openxmlformats.org/drawingml/2006/main">
              <a:ext uri="{FF2B5EF4-FFF2-40B4-BE49-F238E27FC236}">
                <a16:creationId xmlns:a16="http://schemas.microsoft.com/office/drawing/2014/main" id="{B72ACD10-BE12-4570-8BF3-E5BD50C0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5" name="Shape 83">
            <a:extLst xmlns:a="http://schemas.openxmlformats.org/drawingml/2006/main">
              <a:ext uri="{FF2B5EF4-FFF2-40B4-BE49-F238E27FC236}">
                <a16:creationId xmlns:a16="http://schemas.microsoft.com/office/drawing/2014/main" id="{376BF6E9-2CAB-4CE9-88F1-2B82DED4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6" name="Shape 84">
            <a:extLst xmlns:a="http://schemas.openxmlformats.org/drawingml/2006/main">
              <a:ext uri="{FF2B5EF4-FFF2-40B4-BE49-F238E27FC236}">
                <a16:creationId xmlns:a16="http://schemas.microsoft.com/office/drawing/2014/main" id="{F2A21248-049A-42A9-9831-B3221EDD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7" name="Shape 85">
            <a:extLst xmlns:a="http://schemas.openxmlformats.org/drawingml/2006/main">
              <a:ext uri="{FF2B5EF4-FFF2-40B4-BE49-F238E27FC236}">
                <a16:creationId xmlns:a16="http://schemas.microsoft.com/office/drawing/2014/main" id="{E3B0B2F9-D19D-402B-94E7-DA3E7829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8" name="Shape 86">
            <a:extLst xmlns:a="http://schemas.openxmlformats.org/drawingml/2006/main">
              <a:ext uri="{FF2B5EF4-FFF2-40B4-BE49-F238E27FC236}">
                <a16:creationId xmlns:a16="http://schemas.microsoft.com/office/drawing/2014/main" id="{ACE01C55-F750-457B-994D-09CB6AB9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9" name="Shape 87">
            <a:extLst xmlns:a="http://schemas.openxmlformats.org/drawingml/2006/main">
              <a:ext uri="{FF2B5EF4-FFF2-40B4-BE49-F238E27FC236}">
                <a16:creationId xmlns:a16="http://schemas.microsoft.com/office/drawing/2014/main" id="{A08A5851-0FD6-4CB6-A549-5554E602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0" name="Shape 88">
            <a:extLst xmlns:a="http://schemas.openxmlformats.org/drawingml/2006/main">
              <a:ext uri="{FF2B5EF4-FFF2-40B4-BE49-F238E27FC236}">
                <a16:creationId xmlns:a16="http://schemas.microsoft.com/office/drawing/2014/main" id="{62F722CA-7DE2-42DF-9BD0-9D2E5695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1" name="Shape 89">
            <a:extLst xmlns:a="http://schemas.openxmlformats.org/drawingml/2006/main">
              <a:ext uri="{FF2B5EF4-FFF2-40B4-BE49-F238E27FC236}">
                <a16:creationId xmlns:a16="http://schemas.microsoft.com/office/drawing/2014/main" id="{971F888C-C5A2-471F-90A8-0BFC87B7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2" name="Shape 90">
            <a:extLst xmlns:a="http://schemas.openxmlformats.org/drawingml/2006/main">
              <a:ext uri="{FF2B5EF4-FFF2-40B4-BE49-F238E27FC236}">
                <a16:creationId xmlns:a16="http://schemas.microsoft.com/office/drawing/2014/main" id="{AEBF8E03-6E72-4342-AF61-63CDFA8F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3" name="Shape 91">
            <a:extLst xmlns:a="http://schemas.openxmlformats.org/drawingml/2006/main">
              <a:ext uri="{FF2B5EF4-FFF2-40B4-BE49-F238E27FC236}">
                <a16:creationId xmlns:a16="http://schemas.microsoft.com/office/drawing/2014/main" id="{B06E59A1-4DFD-4759-B710-667BB838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4" name="Shape 92">
            <a:extLst xmlns:a="http://schemas.openxmlformats.org/drawingml/2006/main">
              <a:ext uri="{FF2B5EF4-FFF2-40B4-BE49-F238E27FC236}">
                <a16:creationId xmlns:a16="http://schemas.microsoft.com/office/drawing/2014/main" id="{8971DC90-8FCD-44FF-ADBC-C3645BCB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5" name="Shape 93">
            <a:extLst xmlns:a="http://schemas.openxmlformats.org/drawingml/2006/main">
              <a:ext uri="{FF2B5EF4-FFF2-40B4-BE49-F238E27FC236}">
                <a16:creationId xmlns:a16="http://schemas.microsoft.com/office/drawing/2014/main" id="{C7317A50-ED99-443B-A060-5467BFAE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6" name="Shape 94">
            <a:extLst xmlns:a="http://schemas.openxmlformats.org/drawingml/2006/main">
              <a:ext uri="{FF2B5EF4-FFF2-40B4-BE49-F238E27FC236}">
                <a16:creationId xmlns:a16="http://schemas.microsoft.com/office/drawing/2014/main" id="{3930D324-8F66-4119-8753-23BBA299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7" name="Shape 95">
            <a:extLst xmlns:a="http://schemas.openxmlformats.org/drawingml/2006/main">
              <a:ext uri="{FF2B5EF4-FFF2-40B4-BE49-F238E27FC236}">
                <a16:creationId xmlns:a16="http://schemas.microsoft.com/office/drawing/2014/main" id="{37B25F63-910C-4A07-9B5C-7757AB83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8" name="Shape 96">
            <a:extLst xmlns:a="http://schemas.openxmlformats.org/drawingml/2006/main">
              <a:ext uri="{FF2B5EF4-FFF2-40B4-BE49-F238E27FC236}">
                <a16:creationId xmlns:a16="http://schemas.microsoft.com/office/drawing/2014/main" id="{53627C63-0182-45FE-BBA2-058157C3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9" name="Shape 97">
            <a:extLst xmlns:a="http://schemas.openxmlformats.org/drawingml/2006/main">
              <a:ext uri="{FF2B5EF4-FFF2-40B4-BE49-F238E27FC236}">
                <a16:creationId xmlns:a16="http://schemas.microsoft.com/office/drawing/2014/main" id="{BCFC6F11-7612-4F65-8A38-C74416B0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0" name="Shape 98">
            <a:extLst xmlns:a="http://schemas.openxmlformats.org/drawingml/2006/main">
              <a:ext uri="{FF2B5EF4-FFF2-40B4-BE49-F238E27FC236}">
                <a16:creationId xmlns:a16="http://schemas.microsoft.com/office/drawing/2014/main" id="{8765F473-4DE1-4650-BF96-1A0863D8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1" name="Shape 99">
            <a:extLst xmlns:a="http://schemas.openxmlformats.org/drawingml/2006/main">
              <a:ext uri="{FF2B5EF4-FFF2-40B4-BE49-F238E27FC236}">
                <a16:creationId xmlns:a16="http://schemas.microsoft.com/office/drawing/2014/main" id="{733E01C3-219E-430C-91C1-BE20CE55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2" name="Shape 100">
            <a:extLst xmlns:a="http://schemas.openxmlformats.org/drawingml/2006/main">
              <a:ext uri="{FF2B5EF4-FFF2-40B4-BE49-F238E27FC236}">
                <a16:creationId xmlns:a16="http://schemas.microsoft.com/office/drawing/2014/main" id="{F5D0C632-9EDA-493E-BC21-B37D4B5E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3" name="Shape 101">
            <a:extLst xmlns:a="http://schemas.openxmlformats.org/drawingml/2006/main">
              <a:ext uri="{FF2B5EF4-FFF2-40B4-BE49-F238E27FC236}">
                <a16:creationId xmlns:a16="http://schemas.microsoft.com/office/drawing/2014/main" id="{BD5FC53A-11A1-44E7-BC5D-6C5222F1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4" name="Shape 102">
            <a:extLst xmlns:a="http://schemas.openxmlformats.org/drawingml/2006/main">
              <a:ext uri="{FF2B5EF4-FFF2-40B4-BE49-F238E27FC236}">
                <a16:creationId xmlns:a16="http://schemas.microsoft.com/office/drawing/2014/main" id="{5858471C-2511-4FF5-910A-10CA4557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5" name="Shape 103">
            <a:extLst xmlns:a="http://schemas.openxmlformats.org/drawingml/2006/main">
              <a:ext uri="{FF2B5EF4-FFF2-40B4-BE49-F238E27FC236}">
                <a16:creationId xmlns:a16="http://schemas.microsoft.com/office/drawing/2014/main" id="{374CBDC1-96AD-4242-ABEE-0644B751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6" name="Shape 104">
            <a:extLst xmlns:a="http://schemas.openxmlformats.org/drawingml/2006/main">
              <a:ext uri="{FF2B5EF4-FFF2-40B4-BE49-F238E27FC236}">
                <a16:creationId xmlns:a16="http://schemas.microsoft.com/office/drawing/2014/main" id="{BE7C1D02-1E5E-43C0-9547-AE2A45E2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7" name="Shape 105">
            <a:extLst xmlns:a="http://schemas.openxmlformats.org/drawingml/2006/main">
              <a:ext uri="{FF2B5EF4-FFF2-40B4-BE49-F238E27FC236}">
                <a16:creationId xmlns:a16="http://schemas.microsoft.com/office/drawing/2014/main" id="{2CA66776-6F39-436B-B186-AADC3152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8" name="Shape 106">
            <a:extLst xmlns:a="http://schemas.openxmlformats.org/drawingml/2006/main">
              <a:ext uri="{FF2B5EF4-FFF2-40B4-BE49-F238E27FC236}">
                <a16:creationId xmlns:a16="http://schemas.microsoft.com/office/drawing/2014/main" id="{DB0BD96C-6FAD-47D7-9EF4-22079FDD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9" name="Shape 107">
            <a:extLst xmlns:a="http://schemas.openxmlformats.org/drawingml/2006/main">
              <a:ext uri="{FF2B5EF4-FFF2-40B4-BE49-F238E27FC236}">
                <a16:creationId xmlns:a16="http://schemas.microsoft.com/office/drawing/2014/main" id="{15E3D68A-7F7C-4604-B815-96195690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0" name="Shape 108">
            <a:extLst xmlns:a="http://schemas.openxmlformats.org/drawingml/2006/main">
              <a:ext uri="{FF2B5EF4-FFF2-40B4-BE49-F238E27FC236}">
                <a16:creationId xmlns:a16="http://schemas.microsoft.com/office/drawing/2014/main" id="{EB02192E-1603-4F5C-9C41-169210E2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1" name="Shape 109">
            <a:extLst xmlns:a="http://schemas.openxmlformats.org/drawingml/2006/main">
              <a:ext uri="{FF2B5EF4-FFF2-40B4-BE49-F238E27FC236}">
                <a16:creationId xmlns:a16="http://schemas.microsoft.com/office/drawing/2014/main" id="{F34EDDD5-87CA-4CFD-9869-94C89B95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2" name="Shape 110">
            <a:extLst xmlns:a="http://schemas.openxmlformats.org/drawingml/2006/main">
              <a:ext uri="{FF2B5EF4-FFF2-40B4-BE49-F238E27FC236}">
                <a16:creationId xmlns:a16="http://schemas.microsoft.com/office/drawing/2014/main" id="{1AE1E8C5-D780-47C4-A2F9-A4B1759C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3" name="Shape 111">
            <a:extLst xmlns:a="http://schemas.openxmlformats.org/drawingml/2006/main">
              <a:ext uri="{FF2B5EF4-FFF2-40B4-BE49-F238E27FC236}">
                <a16:creationId xmlns:a16="http://schemas.microsoft.com/office/drawing/2014/main" id="{DD0139DE-AB52-4D8F-94EE-BE795CBF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4" name="Shape 112">
            <a:extLst xmlns:a="http://schemas.openxmlformats.org/drawingml/2006/main">
              <a:ext uri="{FF2B5EF4-FFF2-40B4-BE49-F238E27FC236}">
                <a16:creationId xmlns:a16="http://schemas.microsoft.com/office/drawing/2014/main" id="{D106C61A-34EE-4267-8C7C-54DD323C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5" name="Shape 113">
            <a:extLst xmlns:a="http://schemas.openxmlformats.org/drawingml/2006/main">
              <a:ext uri="{FF2B5EF4-FFF2-40B4-BE49-F238E27FC236}">
                <a16:creationId xmlns:a16="http://schemas.microsoft.com/office/drawing/2014/main" id="{314331CE-33C9-445D-AB48-DFB8F1E5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6" name="Shape 114">
            <a:extLst xmlns:a="http://schemas.openxmlformats.org/drawingml/2006/main">
              <a:ext uri="{FF2B5EF4-FFF2-40B4-BE49-F238E27FC236}">
                <a16:creationId xmlns:a16="http://schemas.microsoft.com/office/drawing/2014/main" id="{0BFA3D7A-E70E-45B1-8E0B-66DADE9F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7" name="Shape 115">
            <a:extLst xmlns:a="http://schemas.openxmlformats.org/drawingml/2006/main">
              <a:ext uri="{FF2B5EF4-FFF2-40B4-BE49-F238E27FC236}">
                <a16:creationId xmlns:a16="http://schemas.microsoft.com/office/drawing/2014/main" id="{F510EB71-EB6E-467A-A774-D1378421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8" name="Shape 116">
            <a:extLst xmlns:a="http://schemas.openxmlformats.org/drawingml/2006/main">
              <a:ext uri="{FF2B5EF4-FFF2-40B4-BE49-F238E27FC236}">
                <a16:creationId xmlns:a16="http://schemas.microsoft.com/office/drawing/2014/main" id="{4884B101-9D16-42C3-B110-11139E77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9" name="Shape 117">
            <a:extLst xmlns:a="http://schemas.openxmlformats.org/drawingml/2006/main">
              <a:ext uri="{FF2B5EF4-FFF2-40B4-BE49-F238E27FC236}">
                <a16:creationId xmlns:a16="http://schemas.microsoft.com/office/drawing/2014/main" id="{27F244D8-C36D-4D7E-9476-B3061EF1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0" name="Shape 118">
            <a:extLst xmlns:a="http://schemas.openxmlformats.org/drawingml/2006/main">
              <a:ext uri="{FF2B5EF4-FFF2-40B4-BE49-F238E27FC236}">
                <a16:creationId xmlns:a16="http://schemas.microsoft.com/office/drawing/2014/main" id="{C68D5FF3-42BB-4762-8981-F8DC61A8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1" name="Shape 119">
            <a:extLst xmlns:a="http://schemas.openxmlformats.org/drawingml/2006/main">
              <a:ext uri="{FF2B5EF4-FFF2-40B4-BE49-F238E27FC236}">
                <a16:creationId xmlns:a16="http://schemas.microsoft.com/office/drawing/2014/main" id="{A87C603C-07CB-42A9-B9E7-A311D8B2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2" name="Shape 120">
            <a:extLst xmlns:a="http://schemas.openxmlformats.org/drawingml/2006/main">
              <a:ext uri="{FF2B5EF4-FFF2-40B4-BE49-F238E27FC236}">
                <a16:creationId xmlns:a16="http://schemas.microsoft.com/office/drawing/2014/main" id="{EB676D70-548E-4B22-9D7B-71851E6D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3" name="Shape 121">
            <a:extLst xmlns:a="http://schemas.openxmlformats.org/drawingml/2006/main">
              <a:ext uri="{FF2B5EF4-FFF2-40B4-BE49-F238E27FC236}">
                <a16:creationId xmlns:a16="http://schemas.microsoft.com/office/drawing/2014/main" id="{E5A8E389-1E34-442A-B091-F47F2AC5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4" name="Shape 122">
            <a:extLst xmlns:a="http://schemas.openxmlformats.org/drawingml/2006/main">
              <a:ext uri="{FF2B5EF4-FFF2-40B4-BE49-F238E27FC236}">
                <a16:creationId xmlns:a16="http://schemas.microsoft.com/office/drawing/2014/main" id="{B3A5ABE2-0406-44CC-BE2A-DB84914D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5" name="Shape 123">
            <a:extLst xmlns:a="http://schemas.openxmlformats.org/drawingml/2006/main">
              <a:ext uri="{FF2B5EF4-FFF2-40B4-BE49-F238E27FC236}">
                <a16:creationId xmlns:a16="http://schemas.microsoft.com/office/drawing/2014/main" id="{88EB64ED-1F5C-42CF-9DA6-70114875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6" name="Shape 124">
            <a:extLst xmlns:a="http://schemas.openxmlformats.org/drawingml/2006/main">
              <a:ext uri="{FF2B5EF4-FFF2-40B4-BE49-F238E27FC236}">
                <a16:creationId xmlns:a16="http://schemas.microsoft.com/office/drawing/2014/main" id="{3C0D6842-68F7-4216-8CF5-14B7BDFF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7" name="Shape 125">
            <a:extLst xmlns:a="http://schemas.openxmlformats.org/drawingml/2006/main">
              <a:ext uri="{FF2B5EF4-FFF2-40B4-BE49-F238E27FC236}">
                <a16:creationId xmlns:a16="http://schemas.microsoft.com/office/drawing/2014/main" id="{BFC9B3FF-EAB8-4718-9258-D598DC4B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8" name="Shape 126">
            <a:extLst xmlns:a="http://schemas.openxmlformats.org/drawingml/2006/main">
              <a:ext uri="{FF2B5EF4-FFF2-40B4-BE49-F238E27FC236}">
                <a16:creationId xmlns:a16="http://schemas.microsoft.com/office/drawing/2014/main" id="{BA78EF97-C319-45B0-AB2D-166BB4CB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9" name="Shape 127">
            <a:extLst xmlns:a="http://schemas.openxmlformats.org/drawingml/2006/main">
              <a:ext uri="{FF2B5EF4-FFF2-40B4-BE49-F238E27FC236}">
                <a16:creationId xmlns:a16="http://schemas.microsoft.com/office/drawing/2014/main" id="{FB7A1D9B-C263-4AFE-A15F-659B1531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0" name="Shape 128">
            <a:extLst xmlns:a="http://schemas.openxmlformats.org/drawingml/2006/main">
              <a:ext uri="{FF2B5EF4-FFF2-40B4-BE49-F238E27FC236}">
                <a16:creationId xmlns:a16="http://schemas.microsoft.com/office/drawing/2014/main" id="{C2FF2A97-3E70-4274-B7F1-FC76DAE6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1" name="Shape 129">
            <a:extLst xmlns:a="http://schemas.openxmlformats.org/drawingml/2006/main">
              <a:ext uri="{FF2B5EF4-FFF2-40B4-BE49-F238E27FC236}">
                <a16:creationId xmlns:a16="http://schemas.microsoft.com/office/drawing/2014/main" id="{034CEA1F-0C87-41E8-92C1-70D509D1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2" name="Shape 130">
            <a:extLst xmlns:a="http://schemas.openxmlformats.org/drawingml/2006/main">
              <a:ext uri="{FF2B5EF4-FFF2-40B4-BE49-F238E27FC236}">
                <a16:creationId xmlns:a16="http://schemas.microsoft.com/office/drawing/2014/main" id="{21F2B196-6E32-415D-BF85-4F304C3E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3" name="Shape 131">
            <a:extLst xmlns:a="http://schemas.openxmlformats.org/drawingml/2006/main">
              <a:ext uri="{FF2B5EF4-FFF2-40B4-BE49-F238E27FC236}">
                <a16:creationId xmlns:a16="http://schemas.microsoft.com/office/drawing/2014/main" id="{8AC1089F-9C2D-4BE3-98E2-BA43A89D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4" name="Shape 132">
            <a:extLst xmlns:a="http://schemas.openxmlformats.org/drawingml/2006/main">
              <a:ext uri="{FF2B5EF4-FFF2-40B4-BE49-F238E27FC236}">
                <a16:creationId xmlns:a16="http://schemas.microsoft.com/office/drawing/2014/main" id="{087FD47A-1E01-4D4A-8196-53CF8BAA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5" name="Shape 133">
            <a:extLst xmlns:a="http://schemas.openxmlformats.org/drawingml/2006/main">
              <a:ext uri="{FF2B5EF4-FFF2-40B4-BE49-F238E27FC236}">
                <a16:creationId xmlns:a16="http://schemas.microsoft.com/office/drawing/2014/main" id="{F7E49AB0-6200-4518-9388-CE041209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6" name="Shape 134">
            <a:extLst xmlns:a="http://schemas.openxmlformats.org/drawingml/2006/main">
              <a:ext uri="{FF2B5EF4-FFF2-40B4-BE49-F238E27FC236}">
                <a16:creationId xmlns:a16="http://schemas.microsoft.com/office/drawing/2014/main" id="{095CB2C1-06A2-4F64-85A7-13D91FCA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7" name="Shape 135">
            <a:extLst xmlns:a="http://schemas.openxmlformats.org/drawingml/2006/main">
              <a:ext uri="{FF2B5EF4-FFF2-40B4-BE49-F238E27FC236}">
                <a16:creationId xmlns:a16="http://schemas.microsoft.com/office/drawing/2014/main" id="{A5B7664F-EDE7-49B6-A743-2CAA5319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8" name="Shape 136">
            <a:extLst xmlns:a="http://schemas.openxmlformats.org/drawingml/2006/main">
              <a:ext uri="{FF2B5EF4-FFF2-40B4-BE49-F238E27FC236}">
                <a16:creationId xmlns:a16="http://schemas.microsoft.com/office/drawing/2014/main" id="{A1975750-DFC7-47CA-8F6A-7D106019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9" name="Shape 137">
            <a:extLst xmlns:a="http://schemas.openxmlformats.org/drawingml/2006/main">
              <a:ext uri="{FF2B5EF4-FFF2-40B4-BE49-F238E27FC236}">
                <a16:creationId xmlns:a16="http://schemas.microsoft.com/office/drawing/2014/main" id="{C580FF97-86BA-4425-A491-B5250DB5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0" name="Shape 138">
            <a:extLst xmlns:a="http://schemas.openxmlformats.org/drawingml/2006/main">
              <a:ext uri="{FF2B5EF4-FFF2-40B4-BE49-F238E27FC236}">
                <a16:creationId xmlns:a16="http://schemas.microsoft.com/office/drawing/2014/main" id="{25A68361-C504-42BF-A060-5E4098E4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1" name="Shape 139">
            <a:extLst xmlns:a="http://schemas.openxmlformats.org/drawingml/2006/main">
              <a:ext uri="{FF2B5EF4-FFF2-40B4-BE49-F238E27FC236}">
                <a16:creationId xmlns:a16="http://schemas.microsoft.com/office/drawing/2014/main" id="{A7FEC694-0B90-43D9-B8EB-EFBC4F14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2" name="Shape 140">
            <a:extLst xmlns:a="http://schemas.openxmlformats.org/drawingml/2006/main">
              <a:ext uri="{FF2B5EF4-FFF2-40B4-BE49-F238E27FC236}">
                <a16:creationId xmlns:a16="http://schemas.microsoft.com/office/drawing/2014/main" id="{DFEF615D-6830-4725-8F85-B5F4AC06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3" name="Shape 141">
            <a:extLst xmlns:a="http://schemas.openxmlformats.org/drawingml/2006/main">
              <a:ext uri="{FF2B5EF4-FFF2-40B4-BE49-F238E27FC236}">
                <a16:creationId xmlns:a16="http://schemas.microsoft.com/office/drawing/2014/main" id="{B622C984-BB06-4405-9CB7-0BA25BE5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4" name="Shape 142">
            <a:extLst xmlns:a="http://schemas.openxmlformats.org/drawingml/2006/main">
              <a:ext uri="{FF2B5EF4-FFF2-40B4-BE49-F238E27FC236}">
                <a16:creationId xmlns:a16="http://schemas.microsoft.com/office/drawing/2014/main" id="{C09CDC31-A211-4534-B247-EDFD0314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5" name="Shape 143">
            <a:extLst xmlns:a="http://schemas.openxmlformats.org/drawingml/2006/main">
              <a:ext uri="{FF2B5EF4-FFF2-40B4-BE49-F238E27FC236}">
                <a16:creationId xmlns:a16="http://schemas.microsoft.com/office/drawing/2014/main" id="{6978B844-78D6-4B0B-813F-FDD646EA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6" name="Shape 144">
            <a:extLst xmlns:a="http://schemas.openxmlformats.org/drawingml/2006/main">
              <a:ext uri="{FF2B5EF4-FFF2-40B4-BE49-F238E27FC236}">
                <a16:creationId xmlns:a16="http://schemas.microsoft.com/office/drawing/2014/main" id="{F750B8DF-8834-423E-8DDD-564A2338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7" name="Shape 145">
            <a:extLst xmlns:a="http://schemas.openxmlformats.org/drawingml/2006/main">
              <a:ext uri="{FF2B5EF4-FFF2-40B4-BE49-F238E27FC236}">
                <a16:creationId xmlns:a16="http://schemas.microsoft.com/office/drawing/2014/main" id="{83A1CBE5-3CCB-4113-801B-E159385A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8" name="Shape 146">
            <a:extLst xmlns:a="http://schemas.openxmlformats.org/drawingml/2006/main">
              <a:ext uri="{FF2B5EF4-FFF2-40B4-BE49-F238E27FC236}">
                <a16:creationId xmlns:a16="http://schemas.microsoft.com/office/drawing/2014/main" id="{0138BD4D-529B-42A0-888F-1C85ED00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9" name="Shape 147">
            <a:extLst xmlns:a="http://schemas.openxmlformats.org/drawingml/2006/main">
              <a:ext uri="{FF2B5EF4-FFF2-40B4-BE49-F238E27FC236}">
                <a16:creationId xmlns:a16="http://schemas.microsoft.com/office/drawing/2014/main" id="{DD1BBA5D-3352-4577-8E5E-763F3A71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0" name="Shape 148">
            <a:extLst xmlns:a="http://schemas.openxmlformats.org/drawingml/2006/main">
              <a:ext uri="{FF2B5EF4-FFF2-40B4-BE49-F238E27FC236}">
                <a16:creationId xmlns:a16="http://schemas.microsoft.com/office/drawing/2014/main" id="{7D6C6CCD-A45D-4A80-B5BD-64783A37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1" name="Shape 149">
            <a:extLst xmlns:a="http://schemas.openxmlformats.org/drawingml/2006/main">
              <a:ext uri="{FF2B5EF4-FFF2-40B4-BE49-F238E27FC236}">
                <a16:creationId xmlns:a16="http://schemas.microsoft.com/office/drawing/2014/main" id="{B04A42FF-15E1-4951-B7D2-6370359F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2" name="Shape 150">
            <a:extLst xmlns:a="http://schemas.openxmlformats.org/drawingml/2006/main">
              <a:ext uri="{FF2B5EF4-FFF2-40B4-BE49-F238E27FC236}">
                <a16:creationId xmlns:a16="http://schemas.microsoft.com/office/drawing/2014/main" id="{0F1FA642-DF77-4B83-ABB1-2391E234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3" name="Shape 151">
            <a:extLst xmlns:a="http://schemas.openxmlformats.org/drawingml/2006/main">
              <a:ext uri="{FF2B5EF4-FFF2-40B4-BE49-F238E27FC236}">
                <a16:creationId xmlns:a16="http://schemas.microsoft.com/office/drawing/2014/main" id="{245ACD2D-18D8-4A09-B34E-3ABAD6EB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4" name="Shape 152">
            <a:extLst xmlns:a="http://schemas.openxmlformats.org/drawingml/2006/main">
              <a:ext uri="{FF2B5EF4-FFF2-40B4-BE49-F238E27FC236}">
                <a16:creationId xmlns:a16="http://schemas.microsoft.com/office/drawing/2014/main" id="{8D0C9EF5-1DE2-444A-B821-D351229A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5" name="Shape 153">
            <a:extLst xmlns:a="http://schemas.openxmlformats.org/drawingml/2006/main">
              <a:ext uri="{FF2B5EF4-FFF2-40B4-BE49-F238E27FC236}">
                <a16:creationId xmlns:a16="http://schemas.microsoft.com/office/drawing/2014/main" id="{05B1A559-BEAA-49FF-93BB-825E2E45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6" name="Shape 154">
            <a:extLst xmlns:a="http://schemas.openxmlformats.org/drawingml/2006/main">
              <a:ext uri="{FF2B5EF4-FFF2-40B4-BE49-F238E27FC236}">
                <a16:creationId xmlns:a16="http://schemas.microsoft.com/office/drawing/2014/main" id="{F60132A2-B08B-4E42-94FD-AB83C4D5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7" name="Shape 155">
            <a:extLst xmlns:a="http://schemas.openxmlformats.org/drawingml/2006/main">
              <a:ext uri="{FF2B5EF4-FFF2-40B4-BE49-F238E27FC236}">
                <a16:creationId xmlns:a16="http://schemas.microsoft.com/office/drawing/2014/main" id="{5B6A267A-4587-4045-9EF5-22F84543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8" name="Shape 156">
            <a:extLst xmlns:a="http://schemas.openxmlformats.org/drawingml/2006/main">
              <a:ext uri="{FF2B5EF4-FFF2-40B4-BE49-F238E27FC236}">
                <a16:creationId xmlns:a16="http://schemas.microsoft.com/office/drawing/2014/main" id="{21FBBA58-D1F0-4571-9190-99553744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9" name="Shape 157">
            <a:extLst xmlns:a="http://schemas.openxmlformats.org/drawingml/2006/main">
              <a:ext uri="{FF2B5EF4-FFF2-40B4-BE49-F238E27FC236}">
                <a16:creationId xmlns:a16="http://schemas.microsoft.com/office/drawing/2014/main" id="{C7234BEA-3D3F-41D7-B8A7-62BDC979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0" name="Shape 158">
            <a:extLst xmlns:a="http://schemas.openxmlformats.org/drawingml/2006/main">
              <a:ext uri="{FF2B5EF4-FFF2-40B4-BE49-F238E27FC236}">
                <a16:creationId xmlns:a16="http://schemas.microsoft.com/office/drawing/2014/main" id="{AB69FA8A-7F58-4D16-85FD-646FEC98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1" name="Shape 159">
            <a:extLst xmlns:a="http://schemas.openxmlformats.org/drawingml/2006/main">
              <a:ext uri="{FF2B5EF4-FFF2-40B4-BE49-F238E27FC236}">
                <a16:creationId xmlns:a16="http://schemas.microsoft.com/office/drawing/2014/main" id="{7BB5B8C5-2F8E-40C8-ADC0-32753B76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2" name="Shape 160">
            <a:extLst xmlns:a="http://schemas.openxmlformats.org/drawingml/2006/main">
              <a:ext uri="{FF2B5EF4-FFF2-40B4-BE49-F238E27FC236}">
                <a16:creationId xmlns:a16="http://schemas.microsoft.com/office/drawing/2014/main" id="{513C325C-D70E-4019-95C0-DCAC654D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3" name="Shape 161">
            <a:extLst xmlns:a="http://schemas.openxmlformats.org/drawingml/2006/main">
              <a:ext uri="{FF2B5EF4-FFF2-40B4-BE49-F238E27FC236}">
                <a16:creationId xmlns:a16="http://schemas.microsoft.com/office/drawing/2014/main" id="{99DCFC72-24C8-4AA9-B1E9-F49ECA1E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4" name="Shape 162">
            <a:extLst xmlns:a="http://schemas.openxmlformats.org/drawingml/2006/main">
              <a:ext uri="{FF2B5EF4-FFF2-40B4-BE49-F238E27FC236}">
                <a16:creationId xmlns:a16="http://schemas.microsoft.com/office/drawing/2014/main" id="{1BF644B3-3067-42CE-9897-A9457F5B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5" name="Shape 163">
            <a:extLst xmlns:a="http://schemas.openxmlformats.org/drawingml/2006/main">
              <a:ext uri="{FF2B5EF4-FFF2-40B4-BE49-F238E27FC236}">
                <a16:creationId xmlns:a16="http://schemas.microsoft.com/office/drawing/2014/main" id="{961384BE-E87B-4F32-9482-A9AB86E4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6" name="Shape 164">
            <a:extLst xmlns:a="http://schemas.openxmlformats.org/drawingml/2006/main">
              <a:ext uri="{FF2B5EF4-FFF2-40B4-BE49-F238E27FC236}">
                <a16:creationId xmlns:a16="http://schemas.microsoft.com/office/drawing/2014/main" id="{1898B0FC-EA3C-41FB-8F19-5DA744D0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7" name="Shape 165">
            <a:extLst xmlns:a="http://schemas.openxmlformats.org/drawingml/2006/main">
              <a:ext uri="{FF2B5EF4-FFF2-40B4-BE49-F238E27FC236}">
                <a16:creationId xmlns:a16="http://schemas.microsoft.com/office/drawing/2014/main" id="{C1259A2C-96E3-412D-A9D5-5FF26BDF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8" name="Shape 166">
            <a:extLst xmlns:a="http://schemas.openxmlformats.org/drawingml/2006/main">
              <a:ext uri="{FF2B5EF4-FFF2-40B4-BE49-F238E27FC236}">
                <a16:creationId xmlns:a16="http://schemas.microsoft.com/office/drawing/2014/main" id="{7E109E7E-70E5-46AF-88EF-50372BD4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9" name="Shape 167">
            <a:extLst xmlns:a="http://schemas.openxmlformats.org/drawingml/2006/main">
              <a:ext uri="{FF2B5EF4-FFF2-40B4-BE49-F238E27FC236}">
                <a16:creationId xmlns:a16="http://schemas.microsoft.com/office/drawing/2014/main" id="{4F1A8A00-BAE7-477A-A097-FCE80DF9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0" name="Shape 168">
            <a:extLst xmlns:a="http://schemas.openxmlformats.org/drawingml/2006/main">
              <a:ext uri="{FF2B5EF4-FFF2-40B4-BE49-F238E27FC236}">
                <a16:creationId xmlns:a16="http://schemas.microsoft.com/office/drawing/2014/main" id="{A8DBAFA9-6FC9-453B-8E92-30CD3688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1" name="Shape 169">
            <a:extLst xmlns:a="http://schemas.openxmlformats.org/drawingml/2006/main">
              <a:ext uri="{FF2B5EF4-FFF2-40B4-BE49-F238E27FC236}">
                <a16:creationId xmlns:a16="http://schemas.microsoft.com/office/drawing/2014/main" id="{75A7F212-4E48-4B06-931F-6B44BB0D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2" name="Shape 170">
            <a:extLst xmlns:a="http://schemas.openxmlformats.org/drawingml/2006/main">
              <a:ext uri="{FF2B5EF4-FFF2-40B4-BE49-F238E27FC236}">
                <a16:creationId xmlns:a16="http://schemas.microsoft.com/office/drawing/2014/main" id="{D8DACD2C-F365-4124-B40F-0DA177D5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3" name="Shape 171">
            <a:extLst xmlns:a="http://schemas.openxmlformats.org/drawingml/2006/main">
              <a:ext uri="{FF2B5EF4-FFF2-40B4-BE49-F238E27FC236}">
                <a16:creationId xmlns:a16="http://schemas.microsoft.com/office/drawing/2014/main" id="{DF865C33-5312-41DA-91F2-1B162F4A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4" name="Shape 172">
            <a:extLst xmlns:a="http://schemas.openxmlformats.org/drawingml/2006/main">
              <a:ext uri="{FF2B5EF4-FFF2-40B4-BE49-F238E27FC236}">
                <a16:creationId xmlns:a16="http://schemas.microsoft.com/office/drawing/2014/main" id="{B3672735-400F-4DF0-BCED-115E450A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5" name="Shape 173">
            <a:extLst xmlns:a="http://schemas.openxmlformats.org/drawingml/2006/main">
              <a:ext uri="{FF2B5EF4-FFF2-40B4-BE49-F238E27FC236}">
                <a16:creationId xmlns:a16="http://schemas.microsoft.com/office/drawing/2014/main" id="{8FA5EFC9-C643-4A63-A84D-3988A8CD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6" name="Shape 174">
            <a:extLst xmlns:a="http://schemas.openxmlformats.org/drawingml/2006/main">
              <a:ext uri="{FF2B5EF4-FFF2-40B4-BE49-F238E27FC236}">
                <a16:creationId xmlns:a16="http://schemas.microsoft.com/office/drawing/2014/main" id="{D91CFCF8-892F-4FED-8740-C7647ABC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7" name="Shape 175">
            <a:extLst xmlns:a="http://schemas.openxmlformats.org/drawingml/2006/main">
              <a:ext uri="{FF2B5EF4-FFF2-40B4-BE49-F238E27FC236}">
                <a16:creationId xmlns:a16="http://schemas.microsoft.com/office/drawing/2014/main" id="{415151A7-D64A-41B9-A469-811E6B52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8" name="Shape 176">
            <a:extLst xmlns:a="http://schemas.openxmlformats.org/drawingml/2006/main">
              <a:ext uri="{FF2B5EF4-FFF2-40B4-BE49-F238E27FC236}">
                <a16:creationId xmlns:a16="http://schemas.microsoft.com/office/drawing/2014/main" id="{4C5479F7-5DCF-470C-B311-61ACE484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9" name="Shape 177">
            <a:extLst xmlns:a="http://schemas.openxmlformats.org/drawingml/2006/main">
              <a:ext uri="{FF2B5EF4-FFF2-40B4-BE49-F238E27FC236}">
                <a16:creationId xmlns:a16="http://schemas.microsoft.com/office/drawing/2014/main" id="{1310DCD6-80F8-4432-820E-291034C2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0" name="Shape 178">
            <a:extLst xmlns:a="http://schemas.openxmlformats.org/drawingml/2006/main">
              <a:ext uri="{FF2B5EF4-FFF2-40B4-BE49-F238E27FC236}">
                <a16:creationId xmlns:a16="http://schemas.microsoft.com/office/drawing/2014/main" id="{BA072338-5F2C-4235-9CF5-D2FE993F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1" name="Shape 179">
            <a:extLst xmlns:a="http://schemas.openxmlformats.org/drawingml/2006/main">
              <a:ext uri="{FF2B5EF4-FFF2-40B4-BE49-F238E27FC236}">
                <a16:creationId xmlns:a16="http://schemas.microsoft.com/office/drawing/2014/main" id="{89CB4FC8-3F68-468C-8585-93943D51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2" name="Shape 180">
            <a:extLst xmlns:a="http://schemas.openxmlformats.org/drawingml/2006/main">
              <a:ext uri="{FF2B5EF4-FFF2-40B4-BE49-F238E27FC236}">
                <a16:creationId xmlns:a16="http://schemas.microsoft.com/office/drawing/2014/main" id="{5F05D115-C219-4863-9B72-37A2FFDF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3" name="Shape 181">
            <a:extLst xmlns:a="http://schemas.openxmlformats.org/drawingml/2006/main">
              <a:ext uri="{FF2B5EF4-FFF2-40B4-BE49-F238E27FC236}">
                <a16:creationId xmlns:a16="http://schemas.microsoft.com/office/drawing/2014/main" id="{A4BCA5CA-54B1-4DC4-A53D-5FEA0232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4" name="Shape 182">
            <a:extLst xmlns:a="http://schemas.openxmlformats.org/drawingml/2006/main">
              <a:ext uri="{FF2B5EF4-FFF2-40B4-BE49-F238E27FC236}">
                <a16:creationId xmlns:a16="http://schemas.microsoft.com/office/drawing/2014/main" id="{2B31713E-C6A6-416C-8463-841768A5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5" name="Shape 183">
            <a:extLst xmlns:a="http://schemas.openxmlformats.org/drawingml/2006/main">
              <a:ext uri="{FF2B5EF4-FFF2-40B4-BE49-F238E27FC236}">
                <a16:creationId xmlns:a16="http://schemas.microsoft.com/office/drawing/2014/main" id="{B0191DA0-600C-4095-BDF4-D3467DDD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6" name="Shape 184">
            <a:extLst xmlns:a="http://schemas.openxmlformats.org/drawingml/2006/main">
              <a:ext uri="{FF2B5EF4-FFF2-40B4-BE49-F238E27FC236}">
                <a16:creationId xmlns:a16="http://schemas.microsoft.com/office/drawing/2014/main" id="{1F646E6F-7336-4385-AFCE-4E0026CC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7" name="Shape 185">
            <a:extLst xmlns:a="http://schemas.openxmlformats.org/drawingml/2006/main">
              <a:ext uri="{FF2B5EF4-FFF2-40B4-BE49-F238E27FC236}">
                <a16:creationId xmlns:a16="http://schemas.microsoft.com/office/drawing/2014/main" id="{0DDDEEAF-F6CF-40A5-B9AA-C9E90474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8" name="Shape 186">
            <a:extLst xmlns:a="http://schemas.openxmlformats.org/drawingml/2006/main">
              <a:ext uri="{FF2B5EF4-FFF2-40B4-BE49-F238E27FC236}">
                <a16:creationId xmlns:a16="http://schemas.microsoft.com/office/drawing/2014/main" id="{21A94C43-5E10-4537-9145-C52FA246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9" name="Shape 187">
            <a:extLst xmlns:a="http://schemas.openxmlformats.org/drawingml/2006/main">
              <a:ext uri="{FF2B5EF4-FFF2-40B4-BE49-F238E27FC236}">
                <a16:creationId xmlns:a16="http://schemas.microsoft.com/office/drawing/2014/main" id="{54EA4EFC-427D-4566-BC04-F7C9314C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0" name="Shape 188">
            <a:extLst xmlns:a="http://schemas.openxmlformats.org/drawingml/2006/main">
              <a:ext uri="{FF2B5EF4-FFF2-40B4-BE49-F238E27FC236}">
                <a16:creationId xmlns:a16="http://schemas.microsoft.com/office/drawing/2014/main" id="{5E70A6CB-E0D1-42C1-913E-4D6ED305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1" name="Shape 189">
            <a:extLst xmlns:a="http://schemas.openxmlformats.org/drawingml/2006/main">
              <a:ext uri="{FF2B5EF4-FFF2-40B4-BE49-F238E27FC236}">
                <a16:creationId xmlns:a16="http://schemas.microsoft.com/office/drawing/2014/main" id="{E9037AB5-8BED-4365-9878-2CAC005A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2" name="Shape 190">
            <a:extLst xmlns:a="http://schemas.openxmlformats.org/drawingml/2006/main">
              <a:ext uri="{FF2B5EF4-FFF2-40B4-BE49-F238E27FC236}">
                <a16:creationId xmlns:a16="http://schemas.microsoft.com/office/drawing/2014/main" id="{CA39ADAF-BEC3-4CFF-83C9-E930ABB0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3" name="Shape 191">
            <a:extLst xmlns:a="http://schemas.openxmlformats.org/drawingml/2006/main">
              <a:ext uri="{FF2B5EF4-FFF2-40B4-BE49-F238E27FC236}">
                <a16:creationId xmlns:a16="http://schemas.microsoft.com/office/drawing/2014/main" id="{988724C0-A362-4C31-8B83-84B9B52A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4" name="Shape 192">
            <a:extLst xmlns:a="http://schemas.openxmlformats.org/drawingml/2006/main">
              <a:ext uri="{FF2B5EF4-FFF2-40B4-BE49-F238E27FC236}">
                <a16:creationId xmlns:a16="http://schemas.microsoft.com/office/drawing/2014/main" id="{EB70E4B4-BF4E-4C51-9F99-2FCD2876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5" name="Shape 193">
            <a:extLst xmlns:a="http://schemas.openxmlformats.org/drawingml/2006/main">
              <a:ext uri="{FF2B5EF4-FFF2-40B4-BE49-F238E27FC236}">
                <a16:creationId xmlns:a16="http://schemas.microsoft.com/office/drawing/2014/main" id="{68AECDAA-22D5-4DF3-9324-54513A57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6" name="Shape 194">
            <a:extLst xmlns:a="http://schemas.openxmlformats.org/drawingml/2006/main">
              <a:ext uri="{FF2B5EF4-FFF2-40B4-BE49-F238E27FC236}">
                <a16:creationId xmlns:a16="http://schemas.microsoft.com/office/drawing/2014/main" id="{EE69263C-2AE7-466E-889C-714FAB66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7" name="Shape 195">
            <a:extLst xmlns:a="http://schemas.openxmlformats.org/drawingml/2006/main">
              <a:ext uri="{FF2B5EF4-FFF2-40B4-BE49-F238E27FC236}">
                <a16:creationId xmlns:a16="http://schemas.microsoft.com/office/drawing/2014/main" id="{D72D26BA-8213-4C76-9B41-9587744D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8" name="Shape 196">
            <a:extLst xmlns:a="http://schemas.openxmlformats.org/drawingml/2006/main">
              <a:ext uri="{FF2B5EF4-FFF2-40B4-BE49-F238E27FC236}">
                <a16:creationId xmlns:a16="http://schemas.microsoft.com/office/drawing/2014/main" id="{26BEF082-5734-43A7-8896-4AB373DF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9" name="Shape 197">
            <a:extLst xmlns:a="http://schemas.openxmlformats.org/drawingml/2006/main">
              <a:ext uri="{FF2B5EF4-FFF2-40B4-BE49-F238E27FC236}">
                <a16:creationId xmlns:a16="http://schemas.microsoft.com/office/drawing/2014/main" id="{777FC3BE-8EB9-4020-89A7-69E04A1A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0" name="Shape 198">
            <a:extLst xmlns:a="http://schemas.openxmlformats.org/drawingml/2006/main">
              <a:ext uri="{FF2B5EF4-FFF2-40B4-BE49-F238E27FC236}">
                <a16:creationId xmlns:a16="http://schemas.microsoft.com/office/drawing/2014/main" id="{5F3A1E2A-D1B9-443C-BBB1-6A9EF9D0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1" name="Shape 199">
            <a:extLst xmlns:a="http://schemas.openxmlformats.org/drawingml/2006/main">
              <a:ext uri="{FF2B5EF4-FFF2-40B4-BE49-F238E27FC236}">
                <a16:creationId xmlns:a16="http://schemas.microsoft.com/office/drawing/2014/main" id="{9DEF4E67-F35E-4274-94DA-30DEC0E4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2" name="Shape 200">
            <a:extLst xmlns:a="http://schemas.openxmlformats.org/drawingml/2006/main">
              <a:ext uri="{FF2B5EF4-FFF2-40B4-BE49-F238E27FC236}">
                <a16:creationId xmlns:a16="http://schemas.microsoft.com/office/drawing/2014/main" id="{B297FB6D-A57B-4A11-A88C-F6D1BB2C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3" name="Shape 201">
            <a:extLst xmlns:a="http://schemas.openxmlformats.org/drawingml/2006/main">
              <a:ext uri="{FF2B5EF4-FFF2-40B4-BE49-F238E27FC236}">
                <a16:creationId xmlns:a16="http://schemas.microsoft.com/office/drawing/2014/main" id="{345D237C-1F4D-4B08-BD49-37BAC76D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4" name="Shape 202">
            <a:extLst xmlns:a="http://schemas.openxmlformats.org/drawingml/2006/main">
              <a:ext uri="{FF2B5EF4-FFF2-40B4-BE49-F238E27FC236}">
                <a16:creationId xmlns:a16="http://schemas.microsoft.com/office/drawing/2014/main" id="{83BACFA6-0E48-4FCC-872C-A1DBDC16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5" name="Shape 203">
            <a:extLst xmlns:a="http://schemas.openxmlformats.org/drawingml/2006/main">
              <a:ext uri="{FF2B5EF4-FFF2-40B4-BE49-F238E27FC236}">
                <a16:creationId xmlns:a16="http://schemas.microsoft.com/office/drawing/2014/main" id="{F8DCC3EC-4E27-4942-B07A-4BE75A72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6" name="Shape 204">
            <a:extLst xmlns:a="http://schemas.openxmlformats.org/drawingml/2006/main">
              <a:ext uri="{FF2B5EF4-FFF2-40B4-BE49-F238E27FC236}">
                <a16:creationId xmlns:a16="http://schemas.microsoft.com/office/drawing/2014/main" id="{A9E2DF2F-CF7B-4B8B-BC5A-884369CA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7" name="Shape 205">
            <a:extLst xmlns:a="http://schemas.openxmlformats.org/drawingml/2006/main">
              <a:ext uri="{FF2B5EF4-FFF2-40B4-BE49-F238E27FC236}">
                <a16:creationId xmlns:a16="http://schemas.microsoft.com/office/drawing/2014/main" id="{C29A3CC4-5088-4FD4-8642-517A85D9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8" name="Shape 206">
            <a:extLst xmlns:a="http://schemas.openxmlformats.org/drawingml/2006/main">
              <a:ext uri="{FF2B5EF4-FFF2-40B4-BE49-F238E27FC236}">
                <a16:creationId xmlns:a16="http://schemas.microsoft.com/office/drawing/2014/main" id="{3B136D33-06F8-4600-8A5B-671AFABF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9" name="Shape 207">
            <a:extLst xmlns:a="http://schemas.openxmlformats.org/drawingml/2006/main">
              <a:ext uri="{FF2B5EF4-FFF2-40B4-BE49-F238E27FC236}">
                <a16:creationId xmlns:a16="http://schemas.microsoft.com/office/drawing/2014/main" id="{36062C0A-2111-4DC8-AB50-BA14E25E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0" name="Shape 208">
            <a:extLst xmlns:a="http://schemas.openxmlformats.org/drawingml/2006/main">
              <a:ext uri="{FF2B5EF4-FFF2-40B4-BE49-F238E27FC236}">
                <a16:creationId xmlns:a16="http://schemas.microsoft.com/office/drawing/2014/main" id="{E47B5C33-B6D6-490A-B2A5-3B0BA86D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1" name="Shape 209">
            <a:extLst xmlns:a="http://schemas.openxmlformats.org/drawingml/2006/main">
              <a:ext uri="{FF2B5EF4-FFF2-40B4-BE49-F238E27FC236}">
                <a16:creationId xmlns:a16="http://schemas.microsoft.com/office/drawing/2014/main" id="{9F599EFC-05A6-4B73-8B2C-990ECD72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2" name="Shape 210">
            <a:extLst xmlns:a="http://schemas.openxmlformats.org/drawingml/2006/main">
              <a:ext uri="{FF2B5EF4-FFF2-40B4-BE49-F238E27FC236}">
                <a16:creationId xmlns:a16="http://schemas.microsoft.com/office/drawing/2014/main" id="{5B02F694-4698-4346-A816-46136591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3" name="Shape 211">
            <a:extLst xmlns:a="http://schemas.openxmlformats.org/drawingml/2006/main">
              <a:ext uri="{FF2B5EF4-FFF2-40B4-BE49-F238E27FC236}">
                <a16:creationId xmlns:a16="http://schemas.microsoft.com/office/drawing/2014/main" id="{9CAE4DC4-EFC2-4B59-8DC0-0B45FDF9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4" name="Shape 212">
            <a:extLst xmlns:a="http://schemas.openxmlformats.org/drawingml/2006/main">
              <a:ext uri="{FF2B5EF4-FFF2-40B4-BE49-F238E27FC236}">
                <a16:creationId xmlns:a16="http://schemas.microsoft.com/office/drawing/2014/main" id="{C16F48DD-60D4-44BF-80D3-92CF2C13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5" name="Shape 213">
            <a:extLst xmlns:a="http://schemas.openxmlformats.org/drawingml/2006/main">
              <a:ext uri="{FF2B5EF4-FFF2-40B4-BE49-F238E27FC236}">
                <a16:creationId xmlns:a16="http://schemas.microsoft.com/office/drawing/2014/main" id="{C588CD87-D446-49C2-A915-C0D3E430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6" name="Shape 214">
            <a:extLst xmlns:a="http://schemas.openxmlformats.org/drawingml/2006/main">
              <a:ext uri="{FF2B5EF4-FFF2-40B4-BE49-F238E27FC236}">
                <a16:creationId xmlns:a16="http://schemas.microsoft.com/office/drawing/2014/main" id="{DA77130D-96CF-4B6D-98AD-90FA7143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7" name="Shape 215">
            <a:extLst xmlns:a="http://schemas.openxmlformats.org/drawingml/2006/main">
              <a:ext uri="{FF2B5EF4-FFF2-40B4-BE49-F238E27FC236}">
                <a16:creationId xmlns:a16="http://schemas.microsoft.com/office/drawing/2014/main" id="{F5952675-FF21-45BF-9BEA-F6CD2F25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8" name="Shape 216">
            <a:extLst xmlns:a="http://schemas.openxmlformats.org/drawingml/2006/main">
              <a:ext uri="{FF2B5EF4-FFF2-40B4-BE49-F238E27FC236}">
                <a16:creationId xmlns:a16="http://schemas.microsoft.com/office/drawing/2014/main" id="{0FD5960E-BAAF-42AE-B6D4-A61C0948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9" name="Shape 217">
            <a:extLst xmlns:a="http://schemas.openxmlformats.org/drawingml/2006/main">
              <a:ext uri="{FF2B5EF4-FFF2-40B4-BE49-F238E27FC236}">
                <a16:creationId xmlns:a16="http://schemas.microsoft.com/office/drawing/2014/main" id="{C9919E8F-E8BA-4853-8B35-A0556598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0" name="Shape 218">
            <a:extLst xmlns:a="http://schemas.openxmlformats.org/drawingml/2006/main">
              <a:ext uri="{FF2B5EF4-FFF2-40B4-BE49-F238E27FC236}">
                <a16:creationId xmlns:a16="http://schemas.microsoft.com/office/drawing/2014/main" id="{FAE6CF92-A691-49D1-B966-FE7D0DF5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1" name="Shape 219">
            <a:extLst xmlns:a="http://schemas.openxmlformats.org/drawingml/2006/main">
              <a:ext uri="{FF2B5EF4-FFF2-40B4-BE49-F238E27FC236}">
                <a16:creationId xmlns:a16="http://schemas.microsoft.com/office/drawing/2014/main" id="{609386A0-8BF9-4A1F-9E82-396D5E94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2" name="Shape 220">
            <a:extLst xmlns:a="http://schemas.openxmlformats.org/drawingml/2006/main">
              <a:ext uri="{FF2B5EF4-FFF2-40B4-BE49-F238E27FC236}">
                <a16:creationId xmlns:a16="http://schemas.microsoft.com/office/drawing/2014/main" id="{6049A0EC-15DD-45CE-BC24-357AABBE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3" name="Shape 221">
            <a:extLst xmlns:a="http://schemas.openxmlformats.org/drawingml/2006/main">
              <a:ext uri="{FF2B5EF4-FFF2-40B4-BE49-F238E27FC236}">
                <a16:creationId xmlns:a16="http://schemas.microsoft.com/office/drawing/2014/main" id="{CF71323E-9DAA-4690-B62B-7F94F0D9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4" name="Shape 222">
            <a:extLst xmlns:a="http://schemas.openxmlformats.org/drawingml/2006/main">
              <a:ext uri="{FF2B5EF4-FFF2-40B4-BE49-F238E27FC236}">
                <a16:creationId xmlns:a16="http://schemas.microsoft.com/office/drawing/2014/main" id="{CD0E7182-4BF8-4D8F-9AB4-E7E829D7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5" name="Shape 223">
            <a:extLst xmlns:a="http://schemas.openxmlformats.org/drawingml/2006/main">
              <a:ext uri="{FF2B5EF4-FFF2-40B4-BE49-F238E27FC236}">
                <a16:creationId xmlns:a16="http://schemas.microsoft.com/office/drawing/2014/main" id="{F7699435-EC9C-47D2-84BE-735475B2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6" name="Shape 224">
            <a:extLst xmlns:a="http://schemas.openxmlformats.org/drawingml/2006/main">
              <a:ext uri="{FF2B5EF4-FFF2-40B4-BE49-F238E27FC236}">
                <a16:creationId xmlns:a16="http://schemas.microsoft.com/office/drawing/2014/main" id="{286C3225-F080-4D83-B73B-BBDEB416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7" name="Shape 225">
            <a:extLst xmlns:a="http://schemas.openxmlformats.org/drawingml/2006/main">
              <a:ext uri="{FF2B5EF4-FFF2-40B4-BE49-F238E27FC236}">
                <a16:creationId xmlns:a16="http://schemas.microsoft.com/office/drawing/2014/main" id="{0BF6BEA7-922B-48C7-BA49-994E8884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8" name="Shape 226">
            <a:extLst xmlns:a="http://schemas.openxmlformats.org/drawingml/2006/main">
              <a:ext uri="{FF2B5EF4-FFF2-40B4-BE49-F238E27FC236}">
                <a16:creationId xmlns:a16="http://schemas.microsoft.com/office/drawing/2014/main" id="{51628C23-699F-44D1-8699-845625AA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9" name="Shape 227">
            <a:extLst xmlns:a="http://schemas.openxmlformats.org/drawingml/2006/main">
              <a:ext uri="{FF2B5EF4-FFF2-40B4-BE49-F238E27FC236}">
                <a16:creationId xmlns:a16="http://schemas.microsoft.com/office/drawing/2014/main" id="{13905BC9-1E6C-4F0E-95D4-93999990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0" name="Shape 228">
            <a:extLst xmlns:a="http://schemas.openxmlformats.org/drawingml/2006/main">
              <a:ext uri="{FF2B5EF4-FFF2-40B4-BE49-F238E27FC236}">
                <a16:creationId xmlns:a16="http://schemas.microsoft.com/office/drawing/2014/main" id="{3F75E17B-3BB0-4710-A4A9-1414EC7F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1" name="Shape 229">
            <a:extLst xmlns:a="http://schemas.openxmlformats.org/drawingml/2006/main">
              <a:ext uri="{FF2B5EF4-FFF2-40B4-BE49-F238E27FC236}">
                <a16:creationId xmlns:a16="http://schemas.microsoft.com/office/drawing/2014/main" id="{959A19C0-5133-48FD-9FC3-25EE42ED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2" name="Shape 230">
            <a:extLst xmlns:a="http://schemas.openxmlformats.org/drawingml/2006/main">
              <a:ext uri="{FF2B5EF4-FFF2-40B4-BE49-F238E27FC236}">
                <a16:creationId xmlns:a16="http://schemas.microsoft.com/office/drawing/2014/main" id="{3F3E3CB1-C3EB-4A46-9485-CDC55B45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3" name="Shape 231">
            <a:extLst xmlns:a="http://schemas.openxmlformats.org/drawingml/2006/main">
              <a:ext uri="{FF2B5EF4-FFF2-40B4-BE49-F238E27FC236}">
                <a16:creationId xmlns:a16="http://schemas.microsoft.com/office/drawing/2014/main" id="{BD7929EC-D6DD-4669-B629-030B5CAA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4" name="Shape 232">
            <a:extLst xmlns:a="http://schemas.openxmlformats.org/drawingml/2006/main">
              <a:ext uri="{FF2B5EF4-FFF2-40B4-BE49-F238E27FC236}">
                <a16:creationId xmlns:a16="http://schemas.microsoft.com/office/drawing/2014/main" id="{1251A681-D057-4182-BAAD-4337D077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5" name="Shape 233">
            <a:extLst xmlns:a="http://schemas.openxmlformats.org/drawingml/2006/main">
              <a:ext uri="{FF2B5EF4-FFF2-40B4-BE49-F238E27FC236}">
                <a16:creationId xmlns:a16="http://schemas.microsoft.com/office/drawing/2014/main" id="{A54E84EF-39DF-4C7B-A999-80838C3C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6" name="Shape 234">
            <a:extLst xmlns:a="http://schemas.openxmlformats.org/drawingml/2006/main">
              <a:ext uri="{FF2B5EF4-FFF2-40B4-BE49-F238E27FC236}">
                <a16:creationId xmlns:a16="http://schemas.microsoft.com/office/drawing/2014/main" id="{FFE81C08-FECA-44CF-A0C9-D316FB44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7" name="Shape 235">
            <a:extLst xmlns:a="http://schemas.openxmlformats.org/drawingml/2006/main">
              <a:ext uri="{FF2B5EF4-FFF2-40B4-BE49-F238E27FC236}">
                <a16:creationId xmlns:a16="http://schemas.microsoft.com/office/drawing/2014/main" id="{2A12FFFC-08B3-4B06-9B81-E5D333A8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8" name="Shape 236">
            <a:extLst xmlns:a="http://schemas.openxmlformats.org/drawingml/2006/main">
              <a:ext uri="{FF2B5EF4-FFF2-40B4-BE49-F238E27FC236}">
                <a16:creationId xmlns:a16="http://schemas.microsoft.com/office/drawing/2014/main" id="{0913DF41-0C7C-422B-9C1F-9E4B4759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9" name="Shape 237">
            <a:extLst xmlns:a="http://schemas.openxmlformats.org/drawingml/2006/main">
              <a:ext uri="{FF2B5EF4-FFF2-40B4-BE49-F238E27FC236}">
                <a16:creationId xmlns:a16="http://schemas.microsoft.com/office/drawing/2014/main" id="{3B690500-DD97-4F34-8169-7DCBC888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0" name="Shape 238">
            <a:extLst xmlns:a="http://schemas.openxmlformats.org/drawingml/2006/main">
              <a:ext uri="{FF2B5EF4-FFF2-40B4-BE49-F238E27FC236}">
                <a16:creationId xmlns:a16="http://schemas.microsoft.com/office/drawing/2014/main" id="{BD413436-C71D-4F70-8C2A-FB0713FC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1" name="Shape 239">
            <a:extLst xmlns:a="http://schemas.openxmlformats.org/drawingml/2006/main">
              <a:ext uri="{FF2B5EF4-FFF2-40B4-BE49-F238E27FC236}">
                <a16:creationId xmlns:a16="http://schemas.microsoft.com/office/drawing/2014/main" id="{7240D443-FE69-453C-AA67-8EA24B60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2" name="Shape 240">
            <a:extLst xmlns:a="http://schemas.openxmlformats.org/drawingml/2006/main">
              <a:ext uri="{FF2B5EF4-FFF2-40B4-BE49-F238E27FC236}">
                <a16:creationId xmlns:a16="http://schemas.microsoft.com/office/drawing/2014/main" id="{8A65CDB6-AB3B-48E4-8667-EF3E901E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3" name="Shape 241">
            <a:extLst xmlns:a="http://schemas.openxmlformats.org/drawingml/2006/main">
              <a:ext uri="{FF2B5EF4-FFF2-40B4-BE49-F238E27FC236}">
                <a16:creationId xmlns:a16="http://schemas.microsoft.com/office/drawing/2014/main" id="{278F816B-A161-4970-A2A8-7828E360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4" name="Shape 242">
            <a:extLst xmlns:a="http://schemas.openxmlformats.org/drawingml/2006/main">
              <a:ext uri="{FF2B5EF4-FFF2-40B4-BE49-F238E27FC236}">
                <a16:creationId xmlns:a16="http://schemas.microsoft.com/office/drawing/2014/main" id="{42FD3097-EA4D-4F6F-8AA2-0AE91E37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5" name="Shape 243">
            <a:extLst xmlns:a="http://schemas.openxmlformats.org/drawingml/2006/main">
              <a:ext uri="{FF2B5EF4-FFF2-40B4-BE49-F238E27FC236}">
                <a16:creationId xmlns:a16="http://schemas.microsoft.com/office/drawing/2014/main" id="{08FC5D41-FA84-4D0E-AAFF-23F30625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6" name="Shape 244">
            <a:extLst xmlns:a="http://schemas.openxmlformats.org/drawingml/2006/main">
              <a:ext uri="{FF2B5EF4-FFF2-40B4-BE49-F238E27FC236}">
                <a16:creationId xmlns:a16="http://schemas.microsoft.com/office/drawing/2014/main" id="{B58DE13F-AB0B-47BB-9164-85714702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7" name="Shape 245">
            <a:extLst xmlns:a="http://schemas.openxmlformats.org/drawingml/2006/main">
              <a:ext uri="{FF2B5EF4-FFF2-40B4-BE49-F238E27FC236}">
                <a16:creationId xmlns:a16="http://schemas.microsoft.com/office/drawing/2014/main" id="{AF09145F-513B-4167-B0F2-DB95F130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8" name="Shape 246">
            <a:extLst xmlns:a="http://schemas.openxmlformats.org/drawingml/2006/main">
              <a:ext uri="{FF2B5EF4-FFF2-40B4-BE49-F238E27FC236}">
                <a16:creationId xmlns:a16="http://schemas.microsoft.com/office/drawing/2014/main" id="{1423B367-CF4E-47AA-99D4-EC2820BC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9" name="Shape 247">
            <a:extLst xmlns:a="http://schemas.openxmlformats.org/drawingml/2006/main">
              <a:ext uri="{FF2B5EF4-FFF2-40B4-BE49-F238E27FC236}">
                <a16:creationId xmlns:a16="http://schemas.microsoft.com/office/drawing/2014/main" id="{79A28193-D67C-4661-B7A6-D78EE660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0" name="Shape 248">
            <a:extLst xmlns:a="http://schemas.openxmlformats.org/drawingml/2006/main">
              <a:ext uri="{FF2B5EF4-FFF2-40B4-BE49-F238E27FC236}">
                <a16:creationId xmlns:a16="http://schemas.microsoft.com/office/drawing/2014/main" id="{77B7E2AA-F170-4129-9D1E-EFAF9FAF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1" name="Shape 249">
            <a:extLst xmlns:a="http://schemas.openxmlformats.org/drawingml/2006/main">
              <a:ext uri="{FF2B5EF4-FFF2-40B4-BE49-F238E27FC236}">
                <a16:creationId xmlns:a16="http://schemas.microsoft.com/office/drawing/2014/main" id="{579FC228-283B-4BA1-9F7B-9396FED3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2" name="Shape 250">
            <a:extLst xmlns:a="http://schemas.openxmlformats.org/drawingml/2006/main">
              <a:ext uri="{FF2B5EF4-FFF2-40B4-BE49-F238E27FC236}">
                <a16:creationId xmlns:a16="http://schemas.microsoft.com/office/drawing/2014/main" id="{D090EBF2-83BC-4CC8-B8E7-8EE6BA23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3" name="Shape 251">
            <a:extLst xmlns:a="http://schemas.openxmlformats.org/drawingml/2006/main">
              <a:ext uri="{FF2B5EF4-FFF2-40B4-BE49-F238E27FC236}">
                <a16:creationId xmlns:a16="http://schemas.microsoft.com/office/drawing/2014/main" id="{96EE8226-864B-4E8B-B256-78E237EB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4" name="Shape 252">
            <a:extLst xmlns:a="http://schemas.openxmlformats.org/drawingml/2006/main">
              <a:ext uri="{FF2B5EF4-FFF2-40B4-BE49-F238E27FC236}">
                <a16:creationId xmlns:a16="http://schemas.microsoft.com/office/drawing/2014/main" id="{80A3FF83-00DA-4A37-8F33-3FCAE922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5" name="Shape 253">
            <a:extLst xmlns:a="http://schemas.openxmlformats.org/drawingml/2006/main">
              <a:ext uri="{FF2B5EF4-FFF2-40B4-BE49-F238E27FC236}">
                <a16:creationId xmlns:a16="http://schemas.microsoft.com/office/drawing/2014/main" id="{7E6FF719-AD22-45CD-A9D3-9259402C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6" name="Shape 254">
            <a:extLst xmlns:a="http://schemas.openxmlformats.org/drawingml/2006/main">
              <a:ext uri="{FF2B5EF4-FFF2-40B4-BE49-F238E27FC236}">
                <a16:creationId xmlns:a16="http://schemas.microsoft.com/office/drawing/2014/main" id="{B4FA830E-DF74-4434-A534-FC472C95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7" name="Shape 255">
            <a:extLst xmlns:a="http://schemas.openxmlformats.org/drawingml/2006/main">
              <a:ext uri="{FF2B5EF4-FFF2-40B4-BE49-F238E27FC236}">
                <a16:creationId xmlns:a16="http://schemas.microsoft.com/office/drawing/2014/main" id="{8DB472C5-78EB-4ED3-A17B-DDE06AED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8" name="Shape 256">
            <a:extLst xmlns:a="http://schemas.openxmlformats.org/drawingml/2006/main">
              <a:ext uri="{FF2B5EF4-FFF2-40B4-BE49-F238E27FC236}">
                <a16:creationId xmlns:a16="http://schemas.microsoft.com/office/drawing/2014/main" id="{6C23639B-66A9-4E1D-BD72-63EDB1CC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9" name="Shape 257">
            <a:extLst xmlns:a="http://schemas.openxmlformats.org/drawingml/2006/main">
              <a:ext uri="{FF2B5EF4-FFF2-40B4-BE49-F238E27FC236}">
                <a16:creationId xmlns:a16="http://schemas.microsoft.com/office/drawing/2014/main" id="{2BEEA876-6F50-4928-86A4-C61F36A1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0" name="Shape 258">
            <a:extLst xmlns:a="http://schemas.openxmlformats.org/drawingml/2006/main">
              <a:ext uri="{FF2B5EF4-FFF2-40B4-BE49-F238E27FC236}">
                <a16:creationId xmlns:a16="http://schemas.microsoft.com/office/drawing/2014/main" id="{18495BB5-CE6A-4387-9820-C71EC5E7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1" name="Shape 259">
            <a:extLst xmlns:a="http://schemas.openxmlformats.org/drawingml/2006/main">
              <a:ext uri="{FF2B5EF4-FFF2-40B4-BE49-F238E27FC236}">
                <a16:creationId xmlns:a16="http://schemas.microsoft.com/office/drawing/2014/main" id="{EA30D75B-D262-4464-B7B9-DD17F596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2" name="Shape 260">
            <a:extLst xmlns:a="http://schemas.openxmlformats.org/drawingml/2006/main">
              <a:ext uri="{FF2B5EF4-FFF2-40B4-BE49-F238E27FC236}">
                <a16:creationId xmlns:a16="http://schemas.microsoft.com/office/drawing/2014/main" id="{9C50B9F7-1262-49E4-8776-96458A86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3" name="Shape 261">
            <a:extLst xmlns:a="http://schemas.openxmlformats.org/drawingml/2006/main">
              <a:ext uri="{FF2B5EF4-FFF2-40B4-BE49-F238E27FC236}">
                <a16:creationId xmlns:a16="http://schemas.microsoft.com/office/drawing/2014/main" id="{CBB9907B-73BB-4F4C-B33B-CA5A0C27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4" name="Shape 262">
            <a:extLst xmlns:a="http://schemas.openxmlformats.org/drawingml/2006/main">
              <a:ext uri="{FF2B5EF4-FFF2-40B4-BE49-F238E27FC236}">
                <a16:creationId xmlns:a16="http://schemas.microsoft.com/office/drawing/2014/main" id="{08CB63D5-7537-4BF6-892D-4C69AB29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5" name="Shape 263">
            <a:extLst xmlns:a="http://schemas.openxmlformats.org/drawingml/2006/main">
              <a:ext uri="{FF2B5EF4-FFF2-40B4-BE49-F238E27FC236}">
                <a16:creationId xmlns:a16="http://schemas.microsoft.com/office/drawing/2014/main" id="{E7E5E859-7241-46FC-BA35-12DDEEDA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6" name="Shape 264">
            <a:extLst xmlns:a="http://schemas.openxmlformats.org/drawingml/2006/main">
              <a:ext uri="{FF2B5EF4-FFF2-40B4-BE49-F238E27FC236}">
                <a16:creationId xmlns:a16="http://schemas.microsoft.com/office/drawing/2014/main" id="{C5174F24-F234-41EB-87A4-28FC960D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7" name="Shape 265">
            <a:extLst xmlns:a="http://schemas.openxmlformats.org/drawingml/2006/main">
              <a:ext uri="{FF2B5EF4-FFF2-40B4-BE49-F238E27FC236}">
                <a16:creationId xmlns:a16="http://schemas.microsoft.com/office/drawing/2014/main" id="{03ED31CF-D09D-46CA-B411-55C9E7F4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8" name="Shape 266">
            <a:extLst xmlns:a="http://schemas.openxmlformats.org/drawingml/2006/main">
              <a:ext uri="{FF2B5EF4-FFF2-40B4-BE49-F238E27FC236}">
                <a16:creationId xmlns:a16="http://schemas.microsoft.com/office/drawing/2014/main" id="{5FB77A13-4B2A-4B3B-8D9D-5CC873FA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9" name="Shape 267">
            <a:extLst xmlns:a="http://schemas.openxmlformats.org/drawingml/2006/main">
              <a:ext uri="{FF2B5EF4-FFF2-40B4-BE49-F238E27FC236}">
                <a16:creationId xmlns:a16="http://schemas.microsoft.com/office/drawing/2014/main" id="{2ABDF9CB-085A-4867-8FE1-3CA68618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0" name="Shape 268">
            <a:extLst xmlns:a="http://schemas.openxmlformats.org/drawingml/2006/main">
              <a:ext uri="{FF2B5EF4-FFF2-40B4-BE49-F238E27FC236}">
                <a16:creationId xmlns:a16="http://schemas.microsoft.com/office/drawing/2014/main" id="{D9A2198B-1A5C-4CB5-ACEE-6B07C274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1" name="Shape 269">
            <a:extLst xmlns:a="http://schemas.openxmlformats.org/drawingml/2006/main">
              <a:ext uri="{FF2B5EF4-FFF2-40B4-BE49-F238E27FC236}">
                <a16:creationId xmlns:a16="http://schemas.microsoft.com/office/drawing/2014/main" id="{E976F2EA-C81C-4C90-8997-4153AD04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2" name="Shape 270">
            <a:extLst xmlns:a="http://schemas.openxmlformats.org/drawingml/2006/main">
              <a:ext uri="{FF2B5EF4-FFF2-40B4-BE49-F238E27FC236}">
                <a16:creationId xmlns:a16="http://schemas.microsoft.com/office/drawing/2014/main" id="{7B6D7DA1-A4DE-4713-BA24-95960323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3" name="Shape 271">
            <a:extLst xmlns:a="http://schemas.openxmlformats.org/drawingml/2006/main">
              <a:ext uri="{FF2B5EF4-FFF2-40B4-BE49-F238E27FC236}">
                <a16:creationId xmlns:a16="http://schemas.microsoft.com/office/drawing/2014/main" id="{4F0F2102-3B40-424D-BD3E-F0B0F991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4" name="Shape 272">
            <a:extLst xmlns:a="http://schemas.openxmlformats.org/drawingml/2006/main">
              <a:ext uri="{FF2B5EF4-FFF2-40B4-BE49-F238E27FC236}">
                <a16:creationId xmlns:a16="http://schemas.microsoft.com/office/drawing/2014/main" id="{51F5DCD8-0240-41B8-98DA-8DC65401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5" name="Shape 273">
            <a:extLst xmlns:a="http://schemas.openxmlformats.org/drawingml/2006/main">
              <a:ext uri="{FF2B5EF4-FFF2-40B4-BE49-F238E27FC236}">
                <a16:creationId xmlns:a16="http://schemas.microsoft.com/office/drawing/2014/main" id="{5281DF5F-DC1F-4710-BE18-0E42720C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6" name="Shape 274">
            <a:extLst xmlns:a="http://schemas.openxmlformats.org/drawingml/2006/main">
              <a:ext uri="{FF2B5EF4-FFF2-40B4-BE49-F238E27FC236}">
                <a16:creationId xmlns:a16="http://schemas.microsoft.com/office/drawing/2014/main" id="{07BEFEF8-3F92-4813-90F6-AC1B03A2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7" name="Shape 275">
            <a:extLst xmlns:a="http://schemas.openxmlformats.org/drawingml/2006/main">
              <a:ext uri="{FF2B5EF4-FFF2-40B4-BE49-F238E27FC236}">
                <a16:creationId xmlns:a16="http://schemas.microsoft.com/office/drawing/2014/main" id="{9158076F-8648-409A-AD63-E27B30D3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8" name="Shape 276">
            <a:extLst xmlns:a="http://schemas.openxmlformats.org/drawingml/2006/main">
              <a:ext uri="{FF2B5EF4-FFF2-40B4-BE49-F238E27FC236}">
                <a16:creationId xmlns:a16="http://schemas.microsoft.com/office/drawing/2014/main" id="{4164E41D-0C54-4CDF-A372-DAD06331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9" name="Shape 277">
            <a:extLst xmlns:a="http://schemas.openxmlformats.org/drawingml/2006/main">
              <a:ext uri="{FF2B5EF4-FFF2-40B4-BE49-F238E27FC236}">
                <a16:creationId xmlns:a16="http://schemas.microsoft.com/office/drawing/2014/main" id="{40B63BD2-73B9-4C82-9913-A8B0E279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0" name="Shape 278">
            <a:extLst xmlns:a="http://schemas.openxmlformats.org/drawingml/2006/main">
              <a:ext uri="{FF2B5EF4-FFF2-40B4-BE49-F238E27FC236}">
                <a16:creationId xmlns:a16="http://schemas.microsoft.com/office/drawing/2014/main" id="{3009BDF5-DD19-40BB-95F5-FE04F052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1" name="Shape 279">
            <a:extLst xmlns:a="http://schemas.openxmlformats.org/drawingml/2006/main">
              <a:ext uri="{FF2B5EF4-FFF2-40B4-BE49-F238E27FC236}">
                <a16:creationId xmlns:a16="http://schemas.microsoft.com/office/drawing/2014/main" id="{C6A13CCE-6E3B-4D80-94D9-9EFC5E0D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2" name="Shape 280">
            <a:extLst xmlns:a="http://schemas.openxmlformats.org/drawingml/2006/main">
              <a:ext uri="{FF2B5EF4-FFF2-40B4-BE49-F238E27FC236}">
                <a16:creationId xmlns:a16="http://schemas.microsoft.com/office/drawing/2014/main" id="{0B7DAE7C-48EC-4663-87C1-AEDB4254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3" name="Shape 281">
            <a:extLst xmlns:a="http://schemas.openxmlformats.org/drawingml/2006/main">
              <a:ext uri="{FF2B5EF4-FFF2-40B4-BE49-F238E27FC236}">
                <a16:creationId xmlns:a16="http://schemas.microsoft.com/office/drawing/2014/main" id="{6ECD47ED-0167-4489-901C-1BA8A3F6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4" name="Shape 282">
            <a:extLst xmlns:a="http://schemas.openxmlformats.org/drawingml/2006/main">
              <a:ext uri="{FF2B5EF4-FFF2-40B4-BE49-F238E27FC236}">
                <a16:creationId xmlns:a16="http://schemas.microsoft.com/office/drawing/2014/main" id="{9971491D-1E03-4C88-B9F3-676F4FEB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5" name="Shape 283">
            <a:extLst xmlns:a="http://schemas.openxmlformats.org/drawingml/2006/main">
              <a:ext uri="{FF2B5EF4-FFF2-40B4-BE49-F238E27FC236}">
                <a16:creationId xmlns:a16="http://schemas.microsoft.com/office/drawing/2014/main" id="{381821D4-74A6-4BBD-BF60-C739EE1D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6" name="Shape 284">
            <a:extLst xmlns:a="http://schemas.openxmlformats.org/drawingml/2006/main">
              <a:ext uri="{FF2B5EF4-FFF2-40B4-BE49-F238E27FC236}">
                <a16:creationId xmlns:a16="http://schemas.microsoft.com/office/drawing/2014/main" id="{3F2917C6-C895-48F2-9C94-E1993F24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7" name="Shape 285">
            <a:extLst xmlns:a="http://schemas.openxmlformats.org/drawingml/2006/main">
              <a:ext uri="{FF2B5EF4-FFF2-40B4-BE49-F238E27FC236}">
                <a16:creationId xmlns:a16="http://schemas.microsoft.com/office/drawing/2014/main" id="{E89093E2-B6C3-4E97-B3E9-06113644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8" name="Shape 286">
            <a:extLst xmlns:a="http://schemas.openxmlformats.org/drawingml/2006/main">
              <a:ext uri="{FF2B5EF4-FFF2-40B4-BE49-F238E27FC236}">
                <a16:creationId xmlns:a16="http://schemas.microsoft.com/office/drawing/2014/main" id="{FC100BB6-7696-4BC7-9849-1C96BE6E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9" name="Shape 287">
            <a:extLst xmlns:a="http://schemas.openxmlformats.org/drawingml/2006/main">
              <a:ext uri="{FF2B5EF4-FFF2-40B4-BE49-F238E27FC236}">
                <a16:creationId xmlns:a16="http://schemas.microsoft.com/office/drawing/2014/main" id="{C081A1A4-C17E-4891-B2B1-DABFFAB8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0" name="Shape 288">
            <a:extLst xmlns:a="http://schemas.openxmlformats.org/drawingml/2006/main">
              <a:ext uri="{FF2B5EF4-FFF2-40B4-BE49-F238E27FC236}">
                <a16:creationId xmlns:a16="http://schemas.microsoft.com/office/drawing/2014/main" id="{7E63A1B2-D869-4906-B44C-E6FD68CF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1" name="Shape 289">
            <a:extLst xmlns:a="http://schemas.openxmlformats.org/drawingml/2006/main">
              <a:ext uri="{FF2B5EF4-FFF2-40B4-BE49-F238E27FC236}">
                <a16:creationId xmlns:a16="http://schemas.microsoft.com/office/drawing/2014/main" id="{2847962E-B1B0-4768-9EA1-FD85DDA7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2" name="Shape 290">
            <a:extLst xmlns:a="http://schemas.openxmlformats.org/drawingml/2006/main">
              <a:ext uri="{FF2B5EF4-FFF2-40B4-BE49-F238E27FC236}">
                <a16:creationId xmlns:a16="http://schemas.microsoft.com/office/drawing/2014/main" id="{B22F2390-599D-48D8-BF01-78720417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3" name="Shape 291">
            <a:extLst xmlns:a="http://schemas.openxmlformats.org/drawingml/2006/main">
              <a:ext uri="{FF2B5EF4-FFF2-40B4-BE49-F238E27FC236}">
                <a16:creationId xmlns:a16="http://schemas.microsoft.com/office/drawing/2014/main" id="{B4810181-7354-4F2E-A771-45F9D4B0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4" name="Shape 292">
            <a:extLst xmlns:a="http://schemas.openxmlformats.org/drawingml/2006/main">
              <a:ext uri="{FF2B5EF4-FFF2-40B4-BE49-F238E27FC236}">
                <a16:creationId xmlns:a16="http://schemas.microsoft.com/office/drawing/2014/main" id="{49F5F6BD-50C4-456C-B430-0203E3EE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5" name="Shape 293">
            <a:extLst xmlns:a="http://schemas.openxmlformats.org/drawingml/2006/main">
              <a:ext uri="{FF2B5EF4-FFF2-40B4-BE49-F238E27FC236}">
                <a16:creationId xmlns:a16="http://schemas.microsoft.com/office/drawing/2014/main" id="{85D13B2E-F896-4DF9-9447-1B404D2B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6" name="Shape 294">
            <a:extLst xmlns:a="http://schemas.openxmlformats.org/drawingml/2006/main">
              <a:ext uri="{FF2B5EF4-FFF2-40B4-BE49-F238E27FC236}">
                <a16:creationId xmlns:a16="http://schemas.microsoft.com/office/drawing/2014/main" id="{3654EB6C-D864-4B4F-BFB3-2547D51E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7" name="Shape 295">
            <a:extLst xmlns:a="http://schemas.openxmlformats.org/drawingml/2006/main">
              <a:ext uri="{FF2B5EF4-FFF2-40B4-BE49-F238E27FC236}">
                <a16:creationId xmlns:a16="http://schemas.microsoft.com/office/drawing/2014/main" id="{7899BE28-CC6A-4C19-9CE0-F636C53D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8" name="Shape 296">
            <a:extLst xmlns:a="http://schemas.openxmlformats.org/drawingml/2006/main">
              <a:ext uri="{FF2B5EF4-FFF2-40B4-BE49-F238E27FC236}">
                <a16:creationId xmlns:a16="http://schemas.microsoft.com/office/drawing/2014/main" id="{E7B1B430-52C4-4DEB-BC8F-1271E937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9" name="Shape 297">
            <a:extLst xmlns:a="http://schemas.openxmlformats.org/drawingml/2006/main">
              <a:ext uri="{FF2B5EF4-FFF2-40B4-BE49-F238E27FC236}">
                <a16:creationId xmlns:a16="http://schemas.microsoft.com/office/drawing/2014/main" id="{56611950-5D10-44E4-9AA2-9A9F7377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0" name="Shape 298">
            <a:extLst xmlns:a="http://schemas.openxmlformats.org/drawingml/2006/main">
              <a:ext uri="{FF2B5EF4-FFF2-40B4-BE49-F238E27FC236}">
                <a16:creationId xmlns:a16="http://schemas.microsoft.com/office/drawing/2014/main" id="{FAF5C6D0-3C00-4156-9F0C-D52E23EE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1" name="Shape 299">
            <a:extLst xmlns:a="http://schemas.openxmlformats.org/drawingml/2006/main">
              <a:ext uri="{FF2B5EF4-FFF2-40B4-BE49-F238E27FC236}">
                <a16:creationId xmlns:a16="http://schemas.microsoft.com/office/drawing/2014/main" id="{B5CD93EF-B312-4AC5-A3A8-0F12B43E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2" name="Shape 300">
            <a:extLst xmlns:a="http://schemas.openxmlformats.org/drawingml/2006/main">
              <a:ext uri="{FF2B5EF4-FFF2-40B4-BE49-F238E27FC236}">
                <a16:creationId xmlns:a16="http://schemas.microsoft.com/office/drawing/2014/main" id="{204EF6B5-00DF-4103-B79D-2098BDF5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3" name="Shape 301">
            <a:extLst xmlns:a="http://schemas.openxmlformats.org/drawingml/2006/main">
              <a:ext uri="{FF2B5EF4-FFF2-40B4-BE49-F238E27FC236}">
                <a16:creationId xmlns:a16="http://schemas.microsoft.com/office/drawing/2014/main" id="{CDD90255-BD17-4ACB-93E4-7E8BD814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4" name="Shape 302">
            <a:extLst xmlns:a="http://schemas.openxmlformats.org/drawingml/2006/main">
              <a:ext uri="{FF2B5EF4-FFF2-40B4-BE49-F238E27FC236}">
                <a16:creationId xmlns:a16="http://schemas.microsoft.com/office/drawing/2014/main" id="{C68642C1-89C9-494C-B2EB-1AC55898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5" name="Shape 303">
            <a:extLst xmlns:a="http://schemas.openxmlformats.org/drawingml/2006/main">
              <a:ext uri="{FF2B5EF4-FFF2-40B4-BE49-F238E27FC236}">
                <a16:creationId xmlns:a16="http://schemas.microsoft.com/office/drawing/2014/main" id="{0D268BA7-4E63-4334-8B59-F33517BB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6" name="Shape 304">
            <a:extLst xmlns:a="http://schemas.openxmlformats.org/drawingml/2006/main">
              <a:ext uri="{FF2B5EF4-FFF2-40B4-BE49-F238E27FC236}">
                <a16:creationId xmlns:a16="http://schemas.microsoft.com/office/drawing/2014/main" id="{D8836A6B-B202-40D9-B149-BD45D434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7" name="Shape 305">
            <a:extLst xmlns:a="http://schemas.openxmlformats.org/drawingml/2006/main">
              <a:ext uri="{FF2B5EF4-FFF2-40B4-BE49-F238E27FC236}">
                <a16:creationId xmlns:a16="http://schemas.microsoft.com/office/drawing/2014/main" id="{305B77A6-A302-4595-89DA-94F80F6C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8" name="Shape 306">
            <a:extLst xmlns:a="http://schemas.openxmlformats.org/drawingml/2006/main">
              <a:ext uri="{FF2B5EF4-FFF2-40B4-BE49-F238E27FC236}">
                <a16:creationId xmlns:a16="http://schemas.microsoft.com/office/drawing/2014/main" id="{21B1136E-719F-463E-8ECA-4D6E8839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9" name="Shape 307">
            <a:extLst xmlns:a="http://schemas.openxmlformats.org/drawingml/2006/main">
              <a:ext uri="{FF2B5EF4-FFF2-40B4-BE49-F238E27FC236}">
                <a16:creationId xmlns:a16="http://schemas.microsoft.com/office/drawing/2014/main" id="{E4C02A34-61C0-4895-BA6B-70F9C3CF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0" name="Shape 308">
            <a:extLst xmlns:a="http://schemas.openxmlformats.org/drawingml/2006/main">
              <a:ext uri="{FF2B5EF4-FFF2-40B4-BE49-F238E27FC236}">
                <a16:creationId xmlns:a16="http://schemas.microsoft.com/office/drawing/2014/main" id="{0F9FC997-C2DB-454A-9711-22E56CB4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1" name="Shape 309">
            <a:extLst xmlns:a="http://schemas.openxmlformats.org/drawingml/2006/main">
              <a:ext uri="{FF2B5EF4-FFF2-40B4-BE49-F238E27FC236}">
                <a16:creationId xmlns:a16="http://schemas.microsoft.com/office/drawing/2014/main" id="{082A6FC2-E564-4CDD-9F04-E2444866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2" name="Shape 310">
            <a:extLst xmlns:a="http://schemas.openxmlformats.org/drawingml/2006/main">
              <a:ext uri="{FF2B5EF4-FFF2-40B4-BE49-F238E27FC236}">
                <a16:creationId xmlns:a16="http://schemas.microsoft.com/office/drawing/2014/main" id="{41A7EDDF-DC3A-48B6-B585-433CE60B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3" name="Shape 311">
            <a:extLst xmlns:a="http://schemas.openxmlformats.org/drawingml/2006/main">
              <a:ext uri="{FF2B5EF4-FFF2-40B4-BE49-F238E27FC236}">
                <a16:creationId xmlns:a16="http://schemas.microsoft.com/office/drawing/2014/main" id="{D3EF48D6-BF61-474D-8701-2E4940FD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4" name="Shape 312">
            <a:extLst xmlns:a="http://schemas.openxmlformats.org/drawingml/2006/main">
              <a:ext uri="{FF2B5EF4-FFF2-40B4-BE49-F238E27FC236}">
                <a16:creationId xmlns:a16="http://schemas.microsoft.com/office/drawing/2014/main" id="{429658C1-0C00-42D1-A4C6-B3E6C9D2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5" name="Shape 313">
            <a:extLst xmlns:a="http://schemas.openxmlformats.org/drawingml/2006/main">
              <a:ext uri="{FF2B5EF4-FFF2-40B4-BE49-F238E27FC236}">
                <a16:creationId xmlns:a16="http://schemas.microsoft.com/office/drawing/2014/main" id="{D5F443C4-0808-408F-AC2A-F92BBFE8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6" name="Shape 314">
            <a:extLst xmlns:a="http://schemas.openxmlformats.org/drawingml/2006/main">
              <a:ext uri="{FF2B5EF4-FFF2-40B4-BE49-F238E27FC236}">
                <a16:creationId xmlns:a16="http://schemas.microsoft.com/office/drawing/2014/main" id="{37DD3B9F-139D-4464-91AA-54A526C4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7" name="Shape 315">
            <a:extLst xmlns:a="http://schemas.openxmlformats.org/drawingml/2006/main">
              <a:ext uri="{FF2B5EF4-FFF2-40B4-BE49-F238E27FC236}">
                <a16:creationId xmlns:a16="http://schemas.microsoft.com/office/drawing/2014/main" id="{6C8A5D08-D137-47D0-8746-8E9DE159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8" name="Shape 316">
            <a:extLst xmlns:a="http://schemas.openxmlformats.org/drawingml/2006/main">
              <a:ext uri="{FF2B5EF4-FFF2-40B4-BE49-F238E27FC236}">
                <a16:creationId xmlns:a16="http://schemas.microsoft.com/office/drawing/2014/main" id="{F04DD6F2-E79C-479A-9B83-81A3D5A0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9" name="Shape 317">
            <a:extLst xmlns:a="http://schemas.openxmlformats.org/drawingml/2006/main">
              <a:ext uri="{FF2B5EF4-FFF2-40B4-BE49-F238E27FC236}">
                <a16:creationId xmlns:a16="http://schemas.microsoft.com/office/drawing/2014/main" id="{5313856C-BC07-42D6-A050-31F4F42C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0" name="Shape 318">
            <a:extLst xmlns:a="http://schemas.openxmlformats.org/drawingml/2006/main">
              <a:ext uri="{FF2B5EF4-FFF2-40B4-BE49-F238E27FC236}">
                <a16:creationId xmlns:a16="http://schemas.microsoft.com/office/drawing/2014/main" id="{EAEBC15D-5154-4540-82EA-E48046BD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1" name="Shape 319">
            <a:extLst xmlns:a="http://schemas.openxmlformats.org/drawingml/2006/main">
              <a:ext uri="{FF2B5EF4-FFF2-40B4-BE49-F238E27FC236}">
                <a16:creationId xmlns:a16="http://schemas.microsoft.com/office/drawing/2014/main" id="{66BE2876-ED6A-411C-A529-F03299BD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2" name="Shape 320">
            <a:extLst xmlns:a="http://schemas.openxmlformats.org/drawingml/2006/main">
              <a:ext uri="{FF2B5EF4-FFF2-40B4-BE49-F238E27FC236}">
                <a16:creationId xmlns:a16="http://schemas.microsoft.com/office/drawing/2014/main" id="{790B2DF1-2A92-4CAB-A42C-5A7396BD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3" name="Shape 321">
            <a:extLst xmlns:a="http://schemas.openxmlformats.org/drawingml/2006/main">
              <a:ext uri="{FF2B5EF4-FFF2-40B4-BE49-F238E27FC236}">
                <a16:creationId xmlns:a16="http://schemas.microsoft.com/office/drawing/2014/main" id="{686E6080-9032-4DD1-9874-6CD96696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4" name="Shape 322">
            <a:extLst xmlns:a="http://schemas.openxmlformats.org/drawingml/2006/main">
              <a:ext uri="{FF2B5EF4-FFF2-40B4-BE49-F238E27FC236}">
                <a16:creationId xmlns:a16="http://schemas.microsoft.com/office/drawing/2014/main" id="{A08CA101-EDD7-466B-96A8-03A42C1A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5" name="Shape 323">
            <a:extLst xmlns:a="http://schemas.openxmlformats.org/drawingml/2006/main">
              <a:ext uri="{FF2B5EF4-FFF2-40B4-BE49-F238E27FC236}">
                <a16:creationId xmlns:a16="http://schemas.microsoft.com/office/drawing/2014/main" id="{976476C9-CFB3-490A-9D46-EFB6D28A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6" name="Shape 324">
            <a:extLst xmlns:a="http://schemas.openxmlformats.org/drawingml/2006/main">
              <a:ext uri="{FF2B5EF4-FFF2-40B4-BE49-F238E27FC236}">
                <a16:creationId xmlns:a16="http://schemas.microsoft.com/office/drawing/2014/main" id="{9F2E8F54-C142-4186-B614-5768D212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7" name="Shape 325">
            <a:extLst xmlns:a="http://schemas.openxmlformats.org/drawingml/2006/main">
              <a:ext uri="{FF2B5EF4-FFF2-40B4-BE49-F238E27FC236}">
                <a16:creationId xmlns:a16="http://schemas.microsoft.com/office/drawing/2014/main" id="{DA1AC563-23D4-4055-BC35-C009C9CB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8" name="Shape 326">
            <a:extLst xmlns:a="http://schemas.openxmlformats.org/drawingml/2006/main">
              <a:ext uri="{FF2B5EF4-FFF2-40B4-BE49-F238E27FC236}">
                <a16:creationId xmlns:a16="http://schemas.microsoft.com/office/drawing/2014/main" id="{2B7260A7-E58A-47D2-82E8-B246A530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9" name="Shape 327">
            <a:extLst xmlns:a="http://schemas.openxmlformats.org/drawingml/2006/main">
              <a:ext uri="{FF2B5EF4-FFF2-40B4-BE49-F238E27FC236}">
                <a16:creationId xmlns:a16="http://schemas.microsoft.com/office/drawing/2014/main" id="{52EAFF13-4EB2-412C-8787-9B42D984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0" name="Shape 328">
            <a:extLst xmlns:a="http://schemas.openxmlformats.org/drawingml/2006/main">
              <a:ext uri="{FF2B5EF4-FFF2-40B4-BE49-F238E27FC236}">
                <a16:creationId xmlns:a16="http://schemas.microsoft.com/office/drawing/2014/main" id="{49840FFA-F95D-4AFE-95F2-7C4C6504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1" name="Shape 329">
            <a:extLst xmlns:a="http://schemas.openxmlformats.org/drawingml/2006/main">
              <a:ext uri="{FF2B5EF4-FFF2-40B4-BE49-F238E27FC236}">
                <a16:creationId xmlns:a16="http://schemas.microsoft.com/office/drawing/2014/main" id="{E92B7931-D3BC-4C9B-B51C-541D1DA5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2" name="Shape 330">
            <a:extLst xmlns:a="http://schemas.openxmlformats.org/drawingml/2006/main">
              <a:ext uri="{FF2B5EF4-FFF2-40B4-BE49-F238E27FC236}">
                <a16:creationId xmlns:a16="http://schemas.microsoft.com/office/drawing/2014/main" id="{A9B4DFB2-1F5F-4972-B90D-B28AD688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3" name="Shape 331">
            <a:extLst xmlns:a="http://schemas.openxmlformats.org/drawingml/2006/main">
              <a:ext uri="{FF2B5EF4-FFF2-40B4-BE49-F238E27FC236}">
                <a16:creationId xmlns:a16="http://schemas.microsoft.com/office/drawing/2014/main" id="{BE97E959-7176-40EB-9763-60C2A7BB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4" name="Shape 332">
            <a:extLst xmlns:a="http://schemas.openxmlformats.org/drawingml/2006/main">
              <a:ext uri="{FF2B5EF4-FFF2-40B4-BE49-F238E27FC236}">
                <a16:creationId xmlns:a16="http://schemas.microsoft.com/office/drawing/2014/main" id="{C896C464-5E24-481F-A391-6F31466A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5" name="Shape 333">
            <a:extLst xmlns:a="http://schemas.openxmlformats.org/drawingml/2006/main">
              <a:ext uri="{FF2B5EF4-FFF2-40B4-BE49-F238E27FC236}">
                <a16:creationId xmlns:a16="http://schemas.microsoft.com/office/drawing/2014/main" id="{2BD6CDF8-7DA5-4924-980E-3725A2D3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6" name="Shape 334">
            <a:extLst xmlns:a="http://schemas.openxmlformats.org/drawingml/2006/main">
              <a:ext uri="{FF2B5EF4-FFF2-40B4-BE49-F238E27FC236}">
                <a16:creationId xmlns:a16="http://schemas.microsoft.com/office/drawing/2014/main" id="{86337D63-AC3D-4998-9403-C62439F0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7" name="Shape 335">
            <a:extLst xmlns:a="http://schemas.openxmlformats.org/drawingml/2006/main">
              <a:ext uri="{FF2B5EF4-FFF2-40B4-BE49-F238E27FC236}">
                <a16:creationId xmlns:a16="http://schemas.microsoft.com/office/drawing/2014/main" id="{8991E371-1D4F-4FA2-9E08-139E6953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8" name="Shape 336">
            <a:extLst xmlns:a="http://schemas.openxmlformats.org/drawingml/2006/main">
              <a:ext uri="{FF2B5EF4-FFF2-40B4-BE49-F238E27FC236}">
                <a16:creationId xmlns:a16="http://schemas.microsoft.com/office/drawing/2014/main" id="{3FD0CECA-29DD-46C9-9812-1163742B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9" name="Shape 337">
            <a:extLst xmlns:a="http://schemas.openxmlformats.org/drawingml/2006/main">
              <a:ext uri="{FF2B5EF4-FFF2-40B4-BE49-F238E27FC236}">
                <a16:creationId xmlns:a16="http://schemas.microsoft.com/office/drawing/2014/main" id="{7B54F53B-81D6-4C15-8F4D-762F6D16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0" name="Shape 338">
            <a:extLst xmlns:a="http://schemas.openxmlformats.org/drawingml/2006/main">
              <a:ext uri="{FF2B5EF4-FFF2-40B4-BE49-F238E27FC236}">
                <a16:creationId xmlns:a16="http://schemas.microsoft.com/office/drawing/2014/main" id="{D8CA1084-0F13-4849-9D28-FC4F1FB1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1" name="Shape 339">
            <a:extLst xmlns:a="http://schemas.openxmlformats.org/drawingml/2006/main">
              <a:ext uri="{FF2B5EF4-FFF2-40B4-BE49-F238E27FC236}">
                <a16:creationId xmlns:a16="http://schemas.microsoft.com/office/drawing/2014/main" id="{93F1A764-7B8F-4662-B567-043C3FE9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2" name="Shape 340">
            <a:extLst xmlns:a="http://schemas.openxmlformats.org/drawingml/2006/main">
              <a:ext uri="{FF2B5EF4-FFF2-40B4-BE49-F238E27FC236}">
                <a16:creationId xmlns:a16="http://schemas.microsoft.com/office/drawing/2014/main" id="{C8F8546B-3CCD-4FFC-A63D-0077028D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3" name="Shape 341">
            <a:extLst xmlns:a="http://schemas.openxmlformats.org/drawingml/2006/main">
              <a:ext uri="{FF2B5EF4-FFF2-40B4-BE49-F238E27FC236}">
                <a16:creationId xmlns:a16="http://schemas.microsoft.com/office/drawing/2014/main" id="{771D9D44-8F23-4346-A47D-B2541CE5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4" name="Shape 342">
            <a:extLst xmlns:a="http://schemas.openxmlformats.org/drawingml/2006/main">
              <a:ext uri="{FF2B5EF4-FFF2-40B4-BE49-F238E27FC236}">
                <a16:creationId xmlns:a16="http://schemas.microsoft.com/office/drawing/2014/main" id="{B8D4B790-11BC-42A0-8272-E5CF36DC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5" name="Shape 343">
            <a:extLst xmlns:a="http://schemas.openxmlformats.org/drawingml/2006/main">
              <a:ext uri="{FF2B5EF4-FFF2-40B4-BE49-F238E27FC236}">
                <a16:creationId xmlns:a16="http://schemas.microsoft.com/office/drawing/2014/main" id="{99624C31-51F6-4265-827D-07870554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6" name="Shape 344">
            <a:extLst xmlns:a="http://schemas.openxmlformats.org/drawingml/2006/main">
              <a:ext uri="{FF2B5EF4-FFF2-40B4-BE49-F238E27FC236}">
                <a16:creationId xmlns:a16="http://schemas.microsoft.com/office/drawing/2014/main" id="{6BCF3079-9C76-4722-BEC9-549BCEF1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7" name="Shape 345">
            <a:extLst xmlns:a="http://schemas.openxmlformats.org/drawingml/2006/main">
              <a:ext uri="{FF2B5EF4-FFF2-40B4-BE49-F238E27FC236}">
                <a16:creationId xmlns:a16="http://schemas.microsoft.com/office/drawing/2014/main" id="{5B470364-7059-47A4-9BCC-84502095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8" name="Shape 346">
            <a:extLst xmlns:a="http://schemas.openxmlformats.org/drawingml/2006/main">
              <a:ext uri="{FF2B5EF4-FFF2-40B4-BE49-F238E27FC236}">
                <a16:creationId xmlns:a16="http://schemas.microsoft.com/office/drawing/2014/main" id="{BB590B7E-FFEE-4116-9654-442EE705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9" name="Shape 347">
            <a:extLst xmlns:a="http://schemas.openxmlformats.org/drawingml/2006/main">
              <a:ext uri="{FF2B5EF4-FFF2-40B4-BE49-F238E27FC236}">
                <a16:creationId xmlns:a16="http://schemas.microsoft.com/office/drawing/2014/main" id="{8D5F8ECE-3ABF-4F84-9DB2-6A3E6DCA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0" name="Shape 348">
            <a:extLst xmlns:a="http://schemas.openxmlformats.org/drawingml/2006/main">
              <a:ext uri="{FF2B5EF4-FFF2-40B4-BE49-F238E27FC236}">
                <a16:creationId xmlns:a16="http://schemas.microsoft.com/office/drawing/2014/main" id="{E4F83D36-F563-48A1-91EB-1FF3D79F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1" name="Shape 349">
            <a:extLst xmlns:a="http://schemas.openxmlformats.org/drawingml/2006/main">
              <a:ext uri="{FF2B5EF4-FFF2-40B4-BE49-F238E27FC236}">
                <a16:creationId xmlns:a16="http://schemas.microsoft.com/office/drawing/2014/main" id="{E2D165D2-8938-4A40-9A2A-C1322B25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2" name="Shape 350">
            <a:extLst xmlns:a="http://schemas.openxmlformats.org/drawingml/2006/main">
              <a:ext uri="{FF2B5EF4-FFF2-40B4-BE49-F238E27FC236}">
                <a16:creationId xmlns:a16="http://schemas.microsoft.com/office/drawing/2014/main" id="{03D84295-FEA7-4F1A-9604-E634BF48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3" name="Shape 351">
            <a:extLst xmlns:a="http://schemas.openxmlformats.org/drawingml/2006/main">
              <a:ext uri="{FF2B5EF4-FFF2-40B4-BE49-F238E27FC236}">
                <a16:creationId xmlns:a16="http://schemas.microsoft.com/office/drawing/2014/main" id="{64A6CECF-CF89-4ACD-BAE1-5BF273E6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4" name="Shape 352">
            <a:extLst xmlns:a="http://schemas.openxmlformats.org/drawingml/2006/main">
              <a:ext uri="{FF2B5EF4-FFF2-40B4-BE49-F238E27FC236}">
                <a16:creationId xmlns:a16="http://schemas.microsoft.com/office/drawing/2014/main" id="{963F9DED-63B9-43F2-9100-A8BD394F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5" name="Shape 353">
            <a:extLst xmlns:a="http://schemas.openxmlformats.org/drawingml/2006/main">
              <a:ext uri="{FF2B5EF4-FFF2-40B4-BE49-F238E27FC236}">
                <a16:creationId xmlns:a16="http://schemas.microsoft.com/office/drawing/2014/main" id="{FFEF70AD-110E-4EBD-ABCA-1588C268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6" name="Shape 354">
            <a:extLst xmlns:a="http://schemas.openxmlformats.org/drawingml/2006/main">
              <a:ext uri="{FF2B5EF4-FFF2-40B4-BE49-F238E27FC236}">
                <a16:creationId xmlns:a16="http://schemas.microsoft.com/office/drawing/2014/main" id="{16F4A5C5-D538-4213-9BA3-4194118E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7" name="Shape 355">
            <a:extLst xmlns:a="http://schemas.openxmlformats.org/drawingml/2006/main">
              <a:ext uri="{FF2B5EF4-FFF2-40B4-BE49-F238E27FC236}">
                <a16:creationId xmlns:a16="http://schemas.microsoft.com/office/drawing/2014/main" id="{78C99FA2-5C33-4ABA-8129-02F45D8F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8" name="Shape 356">
            <a:extLst xmlns:a="http://schemas.openxmlformats.org/drawingml/2006/main">
              <a:ext uri="{FF2B5EF4-FFF2-40B4-BE49-F238E27FC236}">
                <a16:creationId xmlns:a16="http://schemas.microsoft.com/office/drawing/2014/main" id="{9D70AE46-E614-4A48-BD06-FFA9202D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9" name="Shape 357">
            <a:extLst xmlns:a="http://schemas.openxmlformats.org/drawingml/2006/main">
              <a:ext uri="{FF2B5EF4-FFF2-40B4-BE49-F238E27FC236}">
                <a16:creationId xmlns:a16="http://schemas.microsoft.com/office/drawing/2014/main" id="{D5ABFBCF-445D-456C-AC86-A73E651D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0" name="Shape 358">
            <a:extLst xmlns:a="http://schemas.openxmlformats.org/drawingml/2006/main">
              <a:ext uri="{FF2B5EF4-FFF2-40B4-BE49-F238E27FC236}">
                <a16:creationId xmlns:a16="http://schemas.microsoft.com/office/drawing/2014/main" id="{45A8A2D3-1BDC-441C-9A88-89883C62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1" name="Shape 359">
            <a:extLst xmlns:a="http://schemas.openxmlformats.org/drawingml/2006/main">
              <a:ext uri="{FF2B5EF4-FFF2-40B4-BE49-F238E27FC236}">
                <a16:creationId xmlns:a16="http://schemas.microsoft.com/office/drawing/2014/main" id="{1A214FAE-EE7D-43D2-81FC-9B569D8A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2" name="Shape 360">
            <a:extLst xmlns:a="http://schemas.openxmlformats.org/drawingml/2006/main">
              <a:ext uri="{FF2B5EF4-FFF2-40B4-BE49-F238E27FC236}">
                <a16:creationId xmlns:a16="http://schemas.microsoft.com/office/drawing/2014/main" id="{5AB44FBD-AF2E-4800-8D8D-EFA420B8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3" name="Shape 361">
            <a:extLst xmlns:a="http://schemas.openxmlformats.org/drawingml/2006/main">
              <a:ext uri="{FF2B5EF4-FFF2-40B4-BE49-F238E27FC236}">
                <a16:creationId xmlns:a16="http://schemas.microsoft.com/office/drawing/2014/main" id="{F35E188F-F352-4C4F-A812-C00DA79D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4" name="Shape 362">
            <a:extLst xmlns:a="http://schemas.openxmlformats.org/drawingml/2006/main">
              <a:ext uri="{FF2B5EF4-FFF2-40B4-BE49-F238E27FC236}">
                <a16:creationId xmlns:a16="http://schemas.microsoft.com/office/drawing/2014/main" id="{67C103EF-EFFF-46E9-8F5C-479F6710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5" name="Shape 363">
            <a:extLst xmlns:a="http://schemas.openxmlformats.org/drawingml/2006/main">
              <a:ext uri="{FF2B5EF4-FFF2-40B4-BE49-F238E27FC236}">
                <a16:creationId xmlns:a16="http://schemas.microsoft.com/office/drawing/2014/main" id="{12D83FE2-2921-4512-B3D4-0899F934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6" name="Shape 364">
            <a:extLst xmlns:a="http://schemas.openxmlformats.org/drawingml/2006/main">
              <a:ext uri="{FF2B5EF4-FFF2-40B4-BE49-F238E27FC236}">
                <a16:creationId xmlns:a16="http://schemas.microsoft.com/office/drawing/2014/main" id="{024443AD-8A92-4F12-9E20-97B6551A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7" name="Shape 365">
            <a:extLst xmlns:a="http://schemas.openxmlformats.org/drawingml/2006/main">
              <a:ext uri="{FF2B5EF4-FFF2-40B4-BE49-F238E27FC236}">
                <a16:creationId xmlns:a16="http://schemas.microsoft.com/office/drawing/2014/main" id="{E546AC99-2A7F-4C63-AF90-693E8566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8" name="Shape 366">
            <a:extLst xmlns:a="http://schemas.openxmlformats.org/drawingml/2006/main">
              <a:ext uri="{FF2B5EF4-FFF2-40B4-BE49-F238E27FC236}">
                <a16:creationId xmlns:a16="http://schemas.microsoft.com/office/drawing/2014/main" id="{C1B80D67-3081-4B3F-9E47-746C6C2B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9" name="Shape 367">
            <a:extLst xmlns:a="http://schemas.openxmlformats.org/drawingml/2006/main">
              <a:ext uri="{FF2B5EF4-FFF2-40B4-BE49-F238E27FC236}">
                <a16:creationId xmlns:a16="http://schemas.microsoft.com/office/drawing/2014/main" id="{81C0AB29-4459-4571-AEFA-BBB13926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0" name="Shape 368">
            <a:extLst xmlns:a="http://schemas.openxmlformats.org/drawingml/2006/main">
              <a:ext uri="{FF2B5EF4-FFF2-40B4-BE49-F238E27FC236}">
                <a16:creationId xmlns:a16="http://schemas.microsoft.com/office/drawing/2014/main" id="{BF0BFEBD-19B1-4D13-91B2-1B31C8B9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1" name="Shape 369">
            <a:extLst xmlns:a="http://schemas.openxmlformats.org/drawingml/2006/main">
              <a:ext uri="{FF2B5EF4-FFF2-40B4-BE49-F238E27FC236}">
                <a16:creationId xmlns:a16="http://schemas.microsoft.com/office/drawing/2014/main" id="{D5E3933D-C93E-4003-BFBD-323CF9A0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2" name="Shape 370">
            <a:extLst xmlns:a="http://schemas.openxmlformats.org/drawingml/2006/main">
              <a:ext uri="{FF2B5EF4-FFF2-40B4-BE49-F238E27FC236}">
                <a16:creationId xmlns:a16="http://schemas.microsoft.com/office/drawing/2014/main" id="{5AE9BB19-9A34-4578-AC4E-5EAD48C4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3" name="Shape 371">
            <a:extLst xmlns:a="http://schemas.openxmlformats.org/drawingml/2006/main">
              <a:ext uri="{FF2B5EF4-FFF2-40B4-BE49-F238E27FC236}">
                <a16:creationId xmlns:a16="http://schemas.microsoft.com/office/drawing/2014/main" id="{E5B5FA8F-A26A-49FA-A008-DCDF9084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4" name="Shape 372">
            <a:extLst xmlns:a="http://schemas.openxmlformats.org/drawingml/2006/main">
              <a:ext uri="{FF2B5EF4-FFF2-40B4-BE49-F238E27FC236}">
                <a16:creationId xmlns:a16="http://schemas.microsoft.com/office/drawing/2014/main" id="{BDA8A4CF-22B2-4FD4-9C7C-22B824BC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5" name="Shape 373">
            <a:extLst xmlns:a="http://schemas.openxmlformats.org/drawingml/2006/main">
              <a:ext uri="{FF2B5EF4-FFF2-40B4-BE49-F238E27FC236}">
                <a16:creationId xmlns:a16="http://schemas.microsoft.com/office/drawing/2014/main" id="{C59EC5C3-B51F-421D-9613-E0C43A65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6" name="Shape 374">
            <a:extLst xmlns:a="http://schemas.openxmlformats.org/drawingml/2006/main">
              <a:ext uri="{FF2B5EF4-FFF2-40B4-BE49-F238E27FC236}">
                <a16:creationId xmlns:a16="http://schemas.microsoft.com/office/drawing/2014/main" id="{BEB460CC-E487-4724-B058-7ED054FB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7" name="Shape 375">
            <a:extLst xmlns:a="http://schemas.openxmlformats.org/drawingml/2006/main">
              <a:ext uri="{FF2B5EF4-FFF2-40B4-BE49-F238E27FC236}">
                <a16:creationId xmlns:a16="http://schemas.microsoft.com/office/drawing/2014/main" id="{E04FFC67-DD3E-4ACB-A287-83EE448F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8" name="Shape 376">
            <a:extLst xmlns:a="http://schemas.openxmlformats.org/drawingml/2006/main">
              <a:ext uri="{FF2B5EF4-FFF2-40B4-BE49-F238E27FC236}">
                <a16:creationId xmlns:a16="http://schemas.microsoft.com/office/drawing/2014/main" id="{9189B4EE-9CB5-4807-8378-BEA10344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9" name="Shape 377">
            <a:extLst xmlns:a="http://schemas.openxmlformats.org/drawingml/2006/main">
              <a:ext uri="{FF2B5EF4-FFF2-40B4-BE49-F238E27FC236}">
                <a16:creationId xmlns:a16="http://schemas.microsoft.com/office/drawing/2014/main" id="{A3E18D4F-32B0-47BF-AA04-66AF7FEE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0" name="Shape 378">
            <a:extLst xmlns:a="http://schemas.openxmlformats.org/drawingml/2006/main">
              <a:ext uri="{FF2B5EF4-FFF2-40B4-BE49-F238E27FC236}">
                <a16:creationId xmlns:a16="http://schemas.microsoft.com/office/drawing/2014/main" id="{F2FB8340-9AE4-4EFF-BFA0-333FC394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1" name="Shape 379">
            <a:extLst xmlns:a="http://schemas.openxmlformats.org/drawingml/2006/main">
              <a:ext uri="{FF2B5EF4-FFF2-40B4-BE49-F238E27FC236}">
                <a16:creationId xmlns:a16="http://schemas.microsoft.com/office/drawing/2014/main" id="{B853A868-9051-4474-9FAB-C52653C2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2" name="Shape 380">
            <a:extLst xmlns:a="http://schemas.openxmlformats.org/drawingml/2006/main">
              <a:ext uri="{FF2B5EF4-FFF2-40B4-BE49-F238E27FC236}">
                <a16:creationId xmlns:a16="http://schemas.microsoft.com/office/drawing/2014/main" id="{D613F58D-A05B-4C9F-BA8F-282CFCAA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3" name="Shape 381">
            <a:extLst xmlns:a="http://schemas.openxmlformats.org/drawingml/2006/main">
              <a:ext uri="{FF2B5EF4-FFF2-40B4-BE49-F238E27FC236}">
                <a16:creationId xmlns:a16="http://schemas.microsoft.com/office/drawing/2014/main" id="{CC0E61F7-991B-4459-9B8D-A4702919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4" name="Shape 382">
            <a:extLst xmlns:a="http://schemas.openxmlformats.org/drawingml/2006/main">
              <a:ext uri="{FF2B5EF4-FFF2-40B4-BE49-F238E27FC236}">
                <a16:creationId xmlns:a16="http://schemas.microsoft.com/office/drawing/2014/main" id="{25439280-6AC6-44C0-9A0A-F8DA6FE6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5" name="Shape 383">
            <a:extLst xmlns:a="http://schemas.openxmlformats.org/drawingml/2006/main">
              <a:ext uri="{FF2B5EF4-FFF2-40B4-BE49-F238E27FC236}">
                <a16:creationId xmlns:a16="http://schemas.microsoft.com/office/drawing/2014/main" id="{9F844F9A-7B48-4DF2-AA2F-F4F15C92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6" name="Shape 384">
            <a:extLst xmlns:a="http://schemas.openxmlformats.org/drawingml/2006/main">
              <a:ext uri="{FF2B5EF4-FFF2-40B4-BE49-F238E27FC236}">
                <a16:creationId xmlns:a16="http://schemas.microsoft.com/office/drawing/2014/main" id="{DE4FC594-9319-44A7-8046-CB1D8D8F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7" name="Shape 385">
            <a:extLst xmlns:a="http://schemas.openxmlformats.org/drawingml/2006/main">
              <a:ext uri="{FF2B5EF4-FFF2-40B4-BE49-F238E27FC236}">
                <a16:creationId xmlns:a16="http://schemas.microsoft.com/office/drawing/2014/main" id="{F025E7B5-F6C1-4FDD-92C6-702A6C5A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8" name="Shape 386">
            <a:extLst xmlns:a="http://schemas.openxmlformats.org/drawingml/2006/main">
              <a:ext uri="{FF2B5EF4-FFF2-40B4-BE49-F238E27FC236}">
                <a16:creationId xmlns:a16="http://schemas.microsoft.com/office/drawing/2014/main" id="{9B234997-F015-45AF-9AE6-39821107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9" name="Shape 387">
            <a:extLst xmlns:a="http://schemas.openxmlformats.org/drawingml/2006/main">
              <a:ext uri="{FF2B5EF4-FFF2-40B4-BE49-F238E27FC236}">
                <a16:creationId xmlns:a16="http://schemas.microsoft.com/office/drawing/2014/main" id="{113365F8-443A-4671-A69F-74BD03A7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0" name="Shape 388">
            <a:extLst xmlns:a="http://schemas.openxmlformats.org/drawingml/2006/main">
              <a:ext uri="{FF2B5EF4-FFF2-40B4-BE49-F238E27FC236}">
                <a16:creationId xmlns:a16="http://schemas.microsoft.com/office/drawing/2014/main" id="{924EC37F-EEAB-4103-B064-CAF38409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1" name="Shape 389">
            <a:extLst xmlns:a="http://schemas.openxmlformats.org/drawingml/2006/main">
              <a:ext uri="{FF2B5EF4-FFF2-40B4-BE49-F238E27FC236}">
                <a16:creationId xmlns:a16="http://schemas.microsoft.com/office/drawing/2014/main" id="{EF89FD03-15F6-4AED-AA02-D85382FB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2" name="Shape 390">
            <a:extLst xmlns:a="http://schemas.openxmlformats.org/drawingml/2006/main">
              <a:ext uri="{FF2B5EF4-FFF2-40B4-BE49-F238E27FC236}">
                <a16:creationId xmlns:a16="http://schemas.microsoft.com/office/drawing/2014/main" id="{A1E488A4-4D80-446C-844A-E3F16E93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3" name="Shape 391">
            <a:extLst xmlns:a="http://schemas.openxmlformats.org/drawingml/2006/main">
              <a:ext uri="{FF2B5EF4-FFF2-40B4-BE49-F238E27FC236}">
                <a16:creationId xmlns:a16="http://schemas.microsoft.com/office/drawing/2014/main" id="{6B9AD15C-6E4D-4689-BBDE-191E9A4A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4" name="Shape 392">
            <a:extLst xmlns:a="http://schemas.openxmlformats.org/drawingml/2006/main">
              <a:ext uri="{FF2B5EF4-FFF2-40B4-BE49-F238E27FC236}">
                <a16:creationId xmlns:a16="http://schemas.microsoft.com/office/drawing/2014/main" id="{808E3D67-2423-48D4-809C-F8C23696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5" name="Shape 393">
            <a:extLst xmlns:a="http://schemas.openxmlformats.org/drawingml/2006/main">
              <a:ext uri="{FF2B5EF4-FFF2-40B4-BE49-F238E27FC236}">
                <a16:creationId xmlns:a16="http://schemas.microsoft.com/office/drawing/2014/main" id="{90CAA139-368D-478F-AA5D-E42AA2FC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6" name="Shape 394">
            <a:extLst xmlns:a="http://schemas.openxmlformats.org/drawingml/2006/main">
              <a:ext uri="{FF2B5EF4-FFF2-40B4-BE49-F238E27FC236}">
                <a16:creationId xmlns:a16="http://schemas.microsoft.com/office/drawing/2014/main" id="{CA1A04F8-7F59-46FD-BE8A-8526D3B4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7" name="Shape 395">
            <a:extLst xmlns:a="http://schemas.openxmlformats.org/drawingml/2006/main">
              <a:ext uri="{FF2B5EF4-FFF2-40B4-BE49-F238E27FC236}">
                <a16:creationId xmlns:a16="http://schemas.microsoft.com/office/drawing/2014/main" id="{66C0CB29-A54B-454C-9627-7BA418A2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8" name="Shape 396">
            <a:extLst xmlns:a="http://schemas.openxmlformats.org/drawingml/2006/main">
              <a:ext uri="{FF2B5EF4-FFF2-40B4-BE49-F238E27FC236}">
                <a16:creationId xmlns:a16="http://schemas.microsoft.com/office/drawing/2014/main" id="{E74F1052-87CC-4C34-9E7F-606221F8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9" name="Shape 397">
            <a:extLst xmlns:a="http://schemas.openxmlformats.org/drawingml/2006/main">
              <a:ext uri="{FF2B5EF4-FFF2-40B4-BE49-F238E27FC236}">
                <a16:creationId xmlns:a16="http://schemas.microsoft.com/office/drawing/2014/main" id="{1D2F878E-69FD-45A3-B699-1C171A91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0" name="Shape 398">
            <a:extLst xmlns:a="http://schemas.openxmlformats.org/drawingml/2006/main">
              <a:ext uri="{FF2B5EF4-FFF2-40B4-BE49-F238E27FC236}">
                <a16:creationId xmlns:a16="http://schemas.microsoft.com/office/drawing/2014/main" id="{643F6875-6CB8-445F-945F-E8CD63A4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1" name="Shape 399">
            <a:extLst xmlns:a="http://schemas.openxmlformats.org/drawingml/2006/main">
              <a:ext uri="{FF2B5EF4-FFF2-40B4-BE49-F238E27FC236}">
                <a16:creationId xmlns:a16="http://schemas.microsoft.com/office/drawing/2014/main" id="{D12CF2BE-3D60-4705-B36E-D82EDAA0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2" name="Shape 400">
            <a:extLst xmlns:a="http://schemas.openxmlformats.org/drawingml/2006/main">
              <a:ext uri="{FF2B5EF4-FFF2-40B4-BE49-F238E27FC236}">
                <a16:creationId xmlns:a16="http://schemas.microsoft.com/office/drawing/2014/main" id="{D3B9FDA7-8DFC-40D0-92F7-351F915D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3" name="Shape 401">
            <a:extLst xmlns:a="http://schemas.openxmlformats.org/drawingml/2006/main">
              <a:ext uri="{FF2B5EF4-FFF2-40B4-BE49-F238E27FC236}">
                <a16:creationId xmlns:a16="http://schemas.microsoft.com/office/drawing/2014/main" id="{A816EE68-8784-4BAA-86CC-F5C8C362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4" name="Shape 402">
            <a:extLst xmlns:a="http://schemas.openxmlformats.org/drawingml/2006/main">
              <a:ext uri="{FF2B5EF4-FFF2-40B4-BE49-F238E27FC236}">
                <a16:creationId xmlns:a16="http://schemas.microsoft.com/office/drawing/2014/main" id="{5008046B-21CE-41B3-BB30-D6807E8E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5" name="Shape 403">
            <a:extLst xmlns:a="http://schemas.openxmlformats.org/drawingml/2006/main">
              <a:ext uri="{FF2B5EF4-FFF2-40B4-BE49-F238E27FC236}">
                <a16:creationId xmlns:a16="http://schemas.microsoft.com/office/drawing/2014/main" id="{BB904029-EB49-4CB0-A115-B8D3092D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6" name="Shape 404">
            <a:extLst xmlns:a="http://schemas.openxmlformats.org/drawingml/2006/main">
              <a:ext uri="{FF2B5EF4-FFF2-40B4-BE49-F238E27FC236}">
                <a16:creationId xmlns:a16="http://schemas.microsoft.com/office/drawing/2014/main" id="{984A5A3D-2212-47DA-8907-F8095BB3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7" name="Shape 405">
            <a:extLst xmlns:a="http://schemas.openxmlformats.org/drawingml/2006/main">
              <a:ext uri="{FF2B5EF4-FFF2-40B4-BE49-F238E27FC236}">
                <a16:creationId xmlns:a16="http://schemas.microsoft.com/office/drawing/2014/main" id="{7432D3EE-370D-4126-9EEA-CD61E10E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8" name="Shape 406">
            <a:extLst xmlns:a="http://schemas.openxmlformats.org/drawingml/2006/main">
              <a:ext uri="{FF2B5EF4-FFF2-40B4-BE49-F238E27FC236}">
                <a16:creationId xmlns:a16="http://schemas.microsoft.com/office/drawing/2014/main" id="{8691DB3C-275D-4F93-A08F-415B3490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9" name="Shape 407">
            <a:extLst xmlns:a="http://schemas.openxmlformats.org/drawingml/2006/main">
              <a:ext uri="{FF2B5EF4-FFF2-40B4-BE49-F238E27FC236}">
                <a16:creationId xmlns:a16="http://schemas.microsoft.com/office/drawing/2014/main" id="{2529ABB5-DA7B-44C2-94B0-76D331C5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0" name="Shape 408">
            <a:extLst xmlns:a="http://schemas.openxmlformats.org/drawingml/2006/main">
              <a:ext uri="{FF2B5EF4-FFF2-40B4-BE49-F238E27FC236}">
                <a16:creationId xmlns:a16="http://schemas.microsoft.com/office/drawing/2014/main" id="{FD23596C-39F0-4D8E-8EAB-152A30EE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1" name="Shape 409">
            <a:extLst xmlns:a="http://schemas.openxmlformats.org/drawingml/2006/main">
              <a:ext uri="{FF2B5EF4-FFF2-40B4-BE49-F238E27FC236}">
                <a16:creationId xmlns:a16="http://schemas.microsoft.com/office/drawing/2014/main" id="{86ADE784-C037-46B6-9AD6-F639C3B0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2" name="Shape 410">
            <a:extLst xmlns:a="http://schemas.openxmlformats.org/drawingml/2006/main">
              <a:ext uri="{FF2B5EF4-FFF2-40B4-BE49-F238E27FC236}">
                <a16:creationId xmlns:a16="http://schemas.microsoft.com/office/drawing/2014/main" id="{4A77F1FE-30C1-4B29-809E-915CB74D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3" name="Shape 411">
            <a:extLst xmlns:a="http://schemas.openxmlformats.org/drawingml/2006/main">
              <a:ext uri="{FF2B5EF4-FFF2-40B4-BE49-F238E27FC236}">
                <a16:creationId xmlns:a16="http://schemas.microsoft.com/office/drawing/2014/main" id="{F39D416C-D9CB-43D4-BF7A-74A25EF0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4" name="Shape 412">
            <a:extLst xmlns:a="http://schemas.openxmlformats.org/drawingml/2006/main">
              <a:ext uri="{FF2B5EF4-FFF2-40B4-BE49-F238E27FC236}">
                <a16:creationId xmlns:a16="http://schemas.microsoft.com/office/drawing/2014/main" id="{C2773543-944D-41A3-AE51-966B0C0E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5" name="Shape 413">
            <a:extLst xmlns:a="http://schemas.openxmlformats.org/drawingml/2006/main">
              <a:ext uri="{FF2B5EF4-FFF2-40B4-BE49-F238E27FC236}">
                <a16:creationId xmlns:a16="http://schemas.microsoft.com/office/drawing/2014/main" id="{B0315D14-BA22-49BB-9193-DD4A01BE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6" name="Shape 414">
            <a:extLst xmlns:a="http://schemas.openxmlformats.org/drawingml/2006/main">
              <a:ext uri="{FF2B5EF4-FFF2-40B4-BE49-F238E27FC236}">
                <a16:creationId xmlns:a16="http://schemas.microsoft.com/office/drawing/2014/main" id="{DB95A169-556E-4D19-B0B4-C732E6F6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7" name="Shape 415">
            <a:extLst xmlns:a="http://schemas.openxmlformats.org/drawingml/2006/main">
              <a:ext uri="{FF2B5EF4-FFF2-40B4-BE49-F238E27FC236}">
                <a16:creationId xmlns:a16="http://schemas.microsoft.com/office/drawing/2014/main" id="{CF4C6F41-8D68-4EBC-83B8-D5030E19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8" name="Shape 416">
            <a:extLst xmlns:a="http://schemas.openxmlformats.org/drawingml/2006/main">
              <a:ext uri="{FF2B5EF4-FFF2-40B4-BE49-F238E27FC236}">
                <a16:creationId xmlns:a16="http://schemas.microsoft.com/office/drawing/2014/main" id="{168376DB-BCCC-4822-8862-D8FD5AB8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9" name="Shape 417">
            <a:extLst xmlns:a="http://schemas.openxmlformats.org/drawingml/2006/main">
              <a:ext uri="{FF2B5EF4-FFF2-40B4-BE49-F238E27FC236}">
                <a16:creationId xmlns:a16="http://schemas.microsoft.com/office/drawing/2014/main" id="{BEA3B59A-2797-4132-A7E3-FAB0F587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0" name="Shape 418">
            <a:extLst xmlns:a="http://schemas.openxmlformats.org/drawingml/2006/main">
              <a:ext uri="{FF2B5EF4-FFF2-40B4-BE49-F238E27FC236}">
                <a16:creationId xmlns:a16="http://schemas.microsoft.com/office/drawing/2014/main" id="{AFA758DF-C6B9-4FF0-8BB6-61DDDDD0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1" name="Shape 419">
            <a:extLst xmlns:a="http://schemas.openxmlformats.org/drawingml/2006/main">
              <a:ext uri="{FF2B5EF4-FFF2-40B4-BE49-F238E27FC236}">
                <a16:creationId xmlns:a16="http://schemas.microsoft.com/office/drawing/2014/main" id="{1B020168-B78A-4B79-9FBB-2948BE08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2" name="Shape 420">
            <a:extLst xmlns:a="http://schemas.openxmlformats.org/drawingml/2006/main">
              <a:ext uri="{FF2B5EF4-FFF2-40B4-BE49-F238E27FC236}">
                <a16:creationId xmlns:a16="http://schemas.microsoft.com/office/drawing/2014/main" id="{9907C666-0C6E-4B6B-AF22-8F679C3E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3" name="Shape 421">
            <a:extLst xmlns:a="http://schemas.openxmlformats.org/drawingml/2006/main">
              <a:ext uri="{FF2B5EF4-FFF2-40B4-BE49-F238E27FC236}">
                <a16:creationId xmlns:a16="http://schemas.microsoft.com/office/drawing/2014/main" id="{960E2530-BE5D-4E7B-B74A-B4E59D7C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4" name="Shape 422">
            <a:extLst xmlns:a="http://schemas.openxmlformats.org/drawingml/2006/main">
              <a:ext uri="{FF2B5EF4-FFF2-40B4-BE49-F238E27FC236}">
                <a16:creationId xmlns:a16="http://schemas.microsoft.com/office/drawing/2014/main" id="{F018A478-821D-4DEC-9104-8CE25A1F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5" name="Shape 423">
            <a:extLst xmlns:a="http://schemas.openxmlformats.org/drawingml/2006/main">
              <a:ext uri="{FF2B5EF4-FFF2-40B4-BE49-F238E27FC236}">
                <a16:creationId xmlns:a16="http://schemas.microsoft.com/office/drawing/2014/main" id="{1E495221-5785-4883-84E3-FF56EF94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6" name="Shape 424">
            <a:extLst xmlns:a="http://schemas.openxmlformats.org/drawingml/2006/main">
              <a:ext uri="{FF2B5EF4-FFF2-40B4-BE49-F238E27FC236}">
                <a16:creationId xmlns:a16="http://schemas.microsoft.com/office/drawing/2014/main" id="{B6453F5C-9BE9-4D85-A1E3-B8316BB2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7" name="Shape 425">
            <a:extLst xmlns:a="http://schemas.openxmlformats.org/drawingml/2006/main">
              <a:ext uri="{FF2B5EF4-FFF2-40B4-BE49-F238E27FC236}">
                <a16:creationId xmlns:a16="http://schemas.microsoft.com/office/drawing/2014/main" id="{52FCD0D9-1987-4719-B277-45C9CAF9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8" name="Shape 426">
            <a:extLst xmlns:a="http://schemas.openxmlformats.org/drawingml/2006/main">
              <a:ext uri="{FF2B5EF4-FFF2-40B4-BE49-F238E27FC236}">
                <a16:creationId xmlns:a16="http://schemas.microsoft.com/office/drawing/2014/main" id="{3DD9D60B-8D58-48AA-BB8B-00E092AE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9" name="Shape 427">
            <a:extLst xmlns:a="http://schemas.openxmlformats.org/drawingml/2006/main">
              <a:ext uri="{FF2B5EF4-FFF2-40B4-BE49-F238E27FC236}">
                <a16:creationId xmlns:a16="http://schemas.microsoft.com/office/drawing/2014/main" id="{3BC2ACB5-4FD7-42A3-85AD-4C1DC911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0" name="Shape 428">
            <a:extLst xmlns:a="http://schemas.openxmlformats.org/drawingml/2006/main">
              <a:ext uri="{FF2B5EF4-FFF2-40B4-BE49-F238E27FC236}">
                <a16:creationId xmlns:a16="http://schemas.microsoft.com/office/drawing/2014/main" id="{081ABD3C-F6D8-4140-BCC8-318876D6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1" name="Shape 429">
            <a:extLst xmlns:a="http://schemas.openxmlformats.org/drawingml/2006/main">
              <a:ext uri="{FF2B5EF4-FFF2-40B4-BE49-F238E27FC236}">
                <a16:creationId xmlns:a16="http://schemas.microsoft.com/office/drawing/2014/main" id="{918EA1BB-BB05-4B91-96AB-17813AF8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2" name="Shape 430">
            <a:extLst xmlns:a="http://schemas.openxmlformats.org/drawingml/2006/main">
              <a:ext uri="{FF2B5EF4-FFF2-40B4-BE49-F238E27FC236}">
                <a16:creationId xmlns:a16="http://schemas.microsoft.com/office/drawing/2014/main" id="{9896E8C1-DC50-4BEA-8F55-7C117A98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3" name="Shape 431">
            <a:extLst xmlns:a="http://schemas.openxmlformats.org/drawingml/2006/main">
              <a:ext uri="{FF2B5EF4-FFF2-40B4-BE49-F238E27FC236}">
                <a16:creationId xmlns:a16="http://schemas.microsoft.com/office/drawing/2014/main" id="{28C156AE-930F-4B40-9C30-492B8AF2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4" name="Shape 432">
            <a:extLst xmlns:a="http://schemas.openxmlformats.org/drawingml/2006/main">
              <a:ext uri="{FF2B5EF4-FFF2-40B4-BE49-F238E27FC236}">
                <a16:creationId xmlns:a16="http://schemas.microsoft.com/office/drawing/2014/main" id="{A8D06C7E-A944-4AEE-A1A5-8770CBA2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5" name="Shape 433">
            <a:extLst xmlns:a="http://schemas.openxmlformats.org/drawingml/2006/main">
              <a:ext uri="{FF2B5EF4-FFF2-40B4-BE49-F238E27FC236}">
                <a16:creationId xmlns:a16="http://schemas.microsoft.com/office/drawing/2014/main" id="{6486E299-D14F-4D17-A951-DBCE354C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6" name="Shape 434">
            <a:extLst xmlns:a="http://schemas.openxmlformats.org/drawingml/2006/main">
              <a:ext uri="{FF2B5EF4-FFF2-40B4-BE49-F238E27FC236}">
                <a16:creationId xmlns:a16="http://schemas.microsoft.com/office/drawing/2014/main" id="{707D776E-C409-4E38-BCB1-ADC6FE45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7" name="Shape 435">
            <a:extLst xmlns:a="http://schemas.openxmlformats.org/drawingml/2006/main">
              <a:ext uri="{FF2B5EF4-FFF2-40B4-BE49-F238E27FC236}">
                <a16:creationId xmlns:a16="http://schemas.microsoft.com/office/drawing/2014/main" id="{16FDB0A5-3827-4F09-990D-E3A67EE3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8" name="Shape 436">
            <a:extLst xmlns:a="http://schemas.openxmlformats.org/drawingml/2006/main">
              <a:ext uri="{FF2B5EF4-FFF2-40B4-BE49-F238E27FC236}">
                <a16:creationId xmlns:a16="http://schemas.microsoft.com/office/drawing/2014/main" id="{3991E159-ACDD-40E5-9426-9361C154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9" name="Shape 437">
            <a:extLst xmlns:a="http://schemas.openxmlformats.org/drawingml/2006/main">
              <a:ext uri="{FF2B5EF4-FFF2-40B4-BE49-F238E27FC236}">
                <a16:creationId xmlns:a16="http://schemas.microsoft.com/office/drawing/2014/main" id="{7406ED55-916C-44E2-937D-6A4D6E28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0" name="Shape 438">
            <a:extLst xmlns:a="http://schemas.openxmlformats.org/drawingml/2006/main">
              <a:ext uri="{FF2B5EF4-FFF2-40B4-BE49-F238E27FC236}">
                <a16:creationId xmlns:a16="http://schemas.microsoft.com/office/drawing/2014/main" id="{1B2652A9-D6E9-4E19-A29A-0562069C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1" name="Shape 439">
            <a:extLst xmlns:a="http://schemas.openxmlformats.org/drawingml/2006/main">
              <a:ext uri="{FF2B5EF4-FFF2-40B4-BE49-F238E27FC236}">
                <a16:creationId xmlns:a16="http://schemas.microsoft.com/office/drawing/2014/main" id="{E06EE70E-62FC-44EE-A3EA-D7FF977E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2" name="Shape 440">
            <a:extLst xmlns:a="http://schemas.openxmlformats.org/drawingml/2006/main">
              <a:ext uri="{FF2B5EF4-FFF2-40B4-BE49-F238E27FC236}">
                <a16:creationId xmlns:a16="http://schemas.microsoft.com/office/drawing/2014/main" id="{13FF1A97-8266-4A7A-BF5D-22FBC930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3" name="Shape 441">
            <a:extLst xmlns:a="http://schemas.openxmlformats.org/drawingml/2006/main">
              <a:ext uri="{FF2B5EF4-FFF2-40B4-BE49-F238E27FC236}">
                <a16:creationId xmlns:a16="http://schemas.microsoft.com/office/drawing/2014/main" id="{86B460F8-417C-424D-BEBF-8392FDED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4" name="Shape 442">
            <a:extLst xmlns:a="http://schemas.openxmlformats.org/drawingml/2006/main">
              <a:ext uri="{FF2B5EF4-FFF2-40B4-BE49-F238E27FC236}">
                <a16:creationId xmlns:a16="http://schemas.microsoft.com/office/drawing/2014/main" id="{D30C06C8-8660-4B61-BCFF-5379B5D5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5" name="Shape 443">
            <a:extLst xmlns:a="http://schemas.openxmlformats.org/drawingml/2006/main">
              <a:ext uri="{FF2B5EF4-FFF2-40B4-BE49-F238E27FC236}">
                <a16:creationId xmlns:a16="http://schemas.microsoft.com/office/drawing/2014/main" id="{3C0642E2-C602-4649-ADB8-D1098934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6" name="Shape 444">
            <a:extLst xmlns:a="http://schemas.openxmlformats.org/drawingml/2006/main">
              <a:ext uri="{FF2B5EF4-FFF2-40B4-BE49-F238E27FC236}">
                <a16:creationId xmlns:a16="http://schemas.microsoft.com/office/drawing/2014/main" id="{7C5F01BA-A6F8-42C2-B520-3CF39BD6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7" name="Shape 445">
            <a:extLst xmlns:a="http://schemas.openxmlformats.org/drawingml/2006/main">
              <a:ext uri="{FF2B5EF4-FFF2-40B4-BE49-F238E27FC236}">
                <a16:creationId xmlns:a16="http://schemas.microsoft.com/office/drawing/2014/main" id="{05C22D37-067C-42CD-80CD-AFD9EFCF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8" name="Shape 446">
            <a:extLst xmlns:a="http://schemas.openxmlformats.org/drawingml/2006/main">
              <a:ext uri="{FF2B5EF4-FFF2-40B4-BE49-F238E27FC236}">
                <a16:creationId xmlns:a16="http://schemas.microsoft.com/office/drawing/2014/main" id="{D701ED8C-9179-475C-80F9-CF63D10F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9" name="Shape 447">
            <a:extLst xmlns:a="http://schemas.openxmlformats.org/drawingml/2006/main">
              <a:ext uri="{FF2B5EF4-FFF2-40B4-BE49-F238E27FC236}">
                <a16:creationId xmlns:a16="http://schemas.microsoft.com/office/drawing/2014/main" id="{4776176A-6998-43B7-8093-F87F7BB5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0" name="Shape 448">
            <a:extLst xmlns:a="http://schemas.openxmlformats.org/drawingml/2006/main">
              <a:ext uri="{FF2B5EF4-FFF2-40B4-BE49-F238E27FC236}">
                <a16:creationId xmlns:a16="http://schemas.microsoft.com/office/drawing/2014/main" id="{AE78FBE3-EE91-4F75-A76C-E866610B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1" name="Shape 449">
            <a:extLst xmlns:a="http://schemas.openxmlformats.org/drawingml/2006/main">
              <a:ext uri="{FF2B5EF4-FFF2-40B4-BE49-F238E27FC236}">
                <a16:creationId xmlns:a16="http://schemas.microsoft.com/office/drawing/2014/main" id="{3EF343C1-0724-4402-9F47-94B52477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2" name="Shape 450">
            <a:extLst xmlns:a="http://schemas.openxmlformats.org/drawingml/2006/main">
              <a:ext uri="{FF2B5EF4-FFF2-40B4-BE49-F238E27FC236}">
                <a16:creationId xmlns:a16="http://schemas.microsoft.com/office/drawing/2014/main" id="{440DB73F-F3B8-45FE-84B6-D94B8343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3" name="Shape 451">
            <a:extLst xmlns:a="http://schemas.openxmlformats.org/drawingml/2006/main">
              <a:ext uri="{FF2B5EF4-FFF2-40B4-BE49-F238E27FC236}">
                <a16:creationId xmlns:a16="http://schemas.microsoft.com/office/drawing/2014/main" id="{0A6D6077-2081-4AA9-B5AD-DE217D68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4" name="Shape 452">
            <a:extLst xmlns:a="http://schemas.openxmlformats.org/drawingml/2006/main">
              <a:ext uri="{FF2B5EF4-FFF2-40B4-BE49-F238E27FC236}">
                <a16:creationId xmlns:a16="http://schemas.microsoft.com/office/drawing/2014/main" id="{E0D320E9-C6B5-4696-AECB-38810BC1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5" name="Shape 453">
            <a:extLst xmlns:a="http://schemas.openxmlformats.org/drawingml/2006/main">
              <a:ext uri="{FF2B5EF4-FFF2-40B4-BE49-F238E27FC236}">
                <a16:creationId xmlns:a16="http://schemas.microsoft.com/office/drawing/2014/main" id="{16B5829F-D071-4C55-8835-AAA0893F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6" name="Shape 454">
            <a:extLst xmlns:a="http://schemas.openxmlformats.org/drawingml/2006/main">
              <a:ext uri="{FF2B5EF4-FFF2-40B4-BE49-F238E27FC236}">
                <a16:creationId xmlns:a16="http://schemas.microsoft.com/office/drawing/2014/main" id="{70C68FF3-77EB-49AB-9F77-50DD9F51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7" name="Shape 455">
            <a:extLst xmlns:a="http://schemas.openxmlformats.org/drawingml/2006/main">
              <a:ext uri="{FF2B5EF4-FFF2-40B4-BE49-F238E27FC236}">
                <a16:creationId xmlns:a16="http://schemas.microsoft.com/office/drawing/2014/main" id="{06AED189-88AD-4F2E-845B-4AA7C4FB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8" name="Shape 456">
            <a:extLst xmlns:a="http://schemas.openxmlformats.org/drawingml/2006/main">
              <a:ext uri="{FF2B5EF4-FFF2-40B4-BE49-F238E27FC236}">
                <a16:creationId xmlns:a16="http://schemas.microsoft.com/office/drawing/2014/main" id="{6932BA8B-D576-46B6-92D5-EA5BFD9C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9" name="Shape 457">
            <a:extLst xmlns:a="http://schemas.openxmlformats.org/drawingml/2006/main">
              <a:ext uri="{FF2B5EF4-FFF2-40B4-BE49-F238E27FC236}">
                <a16:creationId xmlns:a16="http://schemas.microsoft.com/office/drawing/2014/main" id="{A7AFE3FF-7E1A-4333-8400-71155D79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0" name="Shape 458">
            <a:extLst xmlns:a="http://schemas.openxmlformats.org/drawingml/2006/main">
              <a:ext uri="{FF2B5EF4-FFF2-40B4-BE49-F238E27FC236}">
                <a16:creationId xmlns:a16="http://schemas.microsoft.com/office/drawing/2014/main" id="{BFC95316-8FDB-4EEF-88BA-98AB679A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1" name="Shape 459">
            <a:extLst xmlns:a="http://schemas.openxmlformats.org/drawingml/2006/main">
              <a:ext uri="{FF2B5EF4-FFF2-40B4-BE49-F238E27FC236}">
                <a16:creationId xmlns:a16="http://schemas.microsoft.com/office/drawing/2014/main" id="{12999B7E-B5C0-4EE4-AE62-4A73107B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2" name="Shape 460">
            <a:extLst xmlns:a="http://schemas.openxmlformats.org/drawingml/2006/main">
              <a:ext uri="{FF2B5EF4-FFF2-40B4-BE49-F238E27FC236}">
                <a16:creationId xmlns:a16="http://schemas.microsoft.com/office/drawing/2014/main" id="{A867E23E-D8FE-4E52-A344-27C1728B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3" name="Shape 461">
            <a:extLst xmlns:a="http://schemas.openxmlformats.org/drawingml/2006/main">
              <a:ext uri="{FF2B5EF4-FFF2-40B4-BE49-F238E27FC236}">
                <a16:creationId xmlns:a16="http://schemas.microsoft.com/office/drawing/2014/main" id="{1C58E949-9E19-4679-B6DA-A72B46FE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4" name="Shape 462">
            <a:extLst xmlns:a="http://schemas.openxmlformats.org/drawingml/2006/main">
              <a:ext uri="{FF2B5EF4-FFF2-40B4-BE49-F238E27FC236}">
                <a16:creationId xmlns:a16="http://schemas.microsoft.com/office/drawing/2014/main" id="{1BAA4180-0137-4D43-8D59-C3E87573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5" name="Shape 463">
            <a:extLst xmlns:a="http://schemas.openxmlformats.org/drawingml/2006/main">
              <a:ext uri="{FF2B5EF4-FFF2-40B4-BE49-F238E27FC236}">
                <a16:creationId xmlns:a16="http://schemas.microsoft.com/office/drawing/2014/main" id="{0819C39A-3FB7-4489-8B95-84D250FB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6" name="Shape 464">
            <a:extLst xmlns:a="http://schemas.openxmlformats.org/drawingml/2006/main">
              <a:ext uri="{FF2B5EF4-FFF2-40B4-BE49-F238E27FC236}">
                <a16:creationId xmlns:a16="http://schemas.microsoft.com/office/drawing/2014/main" id="{F05FF039-CA26-4C64-82F8-743C9B29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7" name="Shape 465">
            <a:extLst xmlns:a="http://schemas.openxmlformats.org/drawingml/2006/main">
              <a:ext uri="{FF2B5EF4-FFF2-40B4-BE49-F238E27FC236}">
                <a16:creationId xmlns:a16="http://schemas.microsoft.com/office/drawing/2014/main" id="{AAE6D0A8-0550-4837-83F2-9325BE17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8" name="Shape 466">
            <a:extLst xmlns:a="http://schemas.openxmlformats.org/drawingml/2006/main">
              <a:ext uri="{FF2B5EF4-FFF2-40B4-BE49-F238E27FC236}">
                <a16:creationId xmlns:a16="http://schemas.microsoft.com/office/drawing/2014/main" id="{FAF594AA-BB96-46CB-882B-A616DEF9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9" name="Shape 467">
            <a:extLst xmlns:a="http://schemas.openxmlformats.org/drawingml/2006/main">
              <a:ext uri="{FF2B5EF4-FFF2-40B4-BE49-F238E27FC236}">
                <a16:creationId xmlns:a16="http://schemas.microsoft.com/office/drawing/2014/main" id="{2B458072-CC25-4000-AEB9-248AE00F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0" name="Shape 468">
            <a:extLst xmlns:a="http://schemas.openxmlformats.org/drawingml/2006/main">
              <a:ext uri="{FF2B5EF4-FFF2-40B4-BE49-F238E27FC236}">
                <a16:creationId xmlns:a16="http://schemas.microsoft.com/office/drawing/2014/main" id="{E7880BE7-5E51-470E-BB17-404E349B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1" name="Shape 469">
            <a:extLst xmlns:a="http://schemas.openxmlformats.org/drawingml/2006/main">
              <a:ext uri="{FF2B5EF4-FFF2-40B4-BE49-F238E27FC236}">
                <a16:creationId xmlns:a16="http://schemas.microsoft.com/office/drawing/2014/main" id="{AF9D9F3F-40FE-4715-A7E4-5ABE569D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2" name="Shape 470">
            <a:extLst xmlns:a="http://schemas.openxmlformats.org/drawingml/2006/main">
              <a:ext uri="{FF2B5EF4-FFF2-40B4-BE49-F238E27FC236}">
                <a16:creationId xmlns:a16="http://schemas.microsoft.com/office/drawing/2014/main" id="{C601C08E-1327-4387-B72E-4520BE66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3" name="Shape 471">
            <a:extLst xmlns:a="http://schemas.openxmlformats.org/drawingml/2006/main">
              <a:ext uri="{FF2B5EF4-FFF2-40B4-BE49-F238E27FC236}">
                <a16:creationId xmlns:a16="http://schemas.microsoft.com/office/drawing/2014/main" id="{F71913A1-3EAB-4B78-BCEB-27DBC6FE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4" name="Shape 472">
            <a:extLst xmlns:a="http://schemas.openxmlformats.org/drawingml/2006/main">
              <a:ext uri="{FF2B5EF4-FFF2-40B4-BE49-F238E27FC236}">
                <a16:creationId xmlns:a16="http://schemas.microsoft.com/office/drawing/2014/main" id="{9106FE57-31CA-4E58-81CB-2E6DB824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5" name="Shape 473">
            <a:extLst xmlns:a="http://schemas.openxmlformats.org/drawingml/2006/main">
              <a:ext uri="{FF2B5EF4-FFF2-40B4-BE49-F238E27FC236}">
                <a16:creationId xmlns:a16="http://schemas.microsoft.com/office/drawing/2014/main" id="{983DCDE4-6D7C-4A81-99B6-61775EE0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6" name="Shape 474">
            <a:extLst xmlns:a="http://schemas.openxmlformats.org/drawingml/2006/main">
              <a:ext uri="{FF2B5EF4-FFF2-40B4-BE49-F238E27FC236}">
                <a16:creationId xmlns:a16="http://schemas.microsoft.com/office/drawing/2014/main" id="{AA871E66-4F8B-4BA9-B711-BF624569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7" name="Shape 475">
            <a:extLst xmlns:a="http://schemas.openxmlformats.org/drawingml/2006/main">
              <a:ext uri="{FF2B5EF4-FFF2-40B4-BE49-F238E27FC236}">
                <a16:creationId xmlns:a16="http://schemas.microsoft.com/office/drawing/2014/main" id="{E1E2C125-CD16-4DFE-9D47-4DC47F00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8" name="Shape 476">
            <a:extLst xmlns:a="http://schemas.openxmlformats.org/drawingml/2006/main">
              <a:ext uri="{FF2B5EF4-FFF2-40B4-BE49-F238E27FC236}">
                <a16:creationId xmlns:a16="http://schemas.microsoft.com/office/drawing/2014/main" id="{8AA12216-D62B-4BBE-8C18-84BAB68A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9" name="Shape 477">
            <a:extLst xmlns:a="http://schemas.openxmlformats.org/drawingml/2006/main">
              <a:ext uri="{FF2B5EF4-FFF2-40B4-BE49-F238E27FC236}">
                <a16:creationId xmlns:a16="http://schemas.microsoft.com/office/drawing/2014/main" id="{9A348093-882D-4BBB-9A1F-3DD6FDD7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0" name="Shape 478">
            <a:extLst xmlns:a="http://schemas.openxmlformats.org/drawingml/2006/main">
              <a:ext uri="{FF2B5EF4-FFF2-40B4-BE49-F238E27FC236}">
                <a16:creationId xmlns:a16="http://schemas.microsoft.com/office/drawing/2014/main" id="{0D1B5873-7E1B-4984-8237-3681484C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1" name="Shape 479">
            <a:extLst xmlns:a="http://schemas.openxmlformats.org/drawingml/2006/main">
              <a:ext uri="{FF2B5EF4-FFF2-40B4-BE49-F238E27FC236}">
                <a16:creationId xmlns:a16="http://schemas.microsoft.com/office/drawing/2014/main" id="{774CCB3C-2003-4E96-A61D-5E92BEB9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2" name="Shape 480">
            <a:extLst xmlns:a="http://schemas.openxmlformats.org/drawingml/2006/main">
              <a:ext uri="{FF2B5EF4-FFF2-40B4-BE49-F238E27FC236}">
                <a16:creationId xmlns:a16="http://schemas.microsoft.com/office/drawing/2014/main" id="{22E8ABEA-429B-4021-A879-7FAA9075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3" name="Shape 481">
            <a:extLst xmlns:a="http://schemas.openxmlformats.org/drawingml/2006/main">
              <a:ext uri="{FF2B5EF4-FFF2-40B4-BE49-F238E27FC236}">
                <a16:creationId xmlns:a16="http://schemas.microsoft.com/office/drawing/2014/main" id="{9345458E-9C4B-4743-A74E-A2ABD804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4" name="Shape 482">
            <a:extLst xmlns:a="http://schemas.openxmlformats.org/drawingml/2006/main">
              <a:ext uri="{FF2B5EF4-FFF2-40B4-BE49-F238E27FC236}">
                <a16:creationId xmlns:a16="http://schemas.microsoft.com/office/drawing/2014/main" id="{2A2CAEA0-F25A-418F-AF2D-A0C0F7E7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5" name="Shape 483">
            <a:extLst xmlns:a="http://schemas.openxmlformats.org/drawingml/2006/main">
              <a:ext uri="{FF2B5EF4-FFF2-40B4-BE49-F238E27FC236}">
                <a16:creationId xmlns:a16="http://schemas.microsoft.com/office/drawing/2014/main" id="{DAABCAA2-90FA-4EE5-9939-94A72F73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6" name="Shape 484">
            <a:extLst xmlns:a="http://schemas.openxmlformats.org/drawingml/2006/main">
              <a:ext uri="{FF2B5EF4-FFF2-40B4-BE49-F238E27FC236}">
                <a16:creationId xmlns:a16="http://schemas.microsoft.com/office/drawing/2014/main" id="{B801FE36-01AA-4B6F-9D8E-625BE2E7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7" name="Shape 485">
            <a:extLst xmlns:a="http://schemas.openxmlformats.org/drawingml/2006/main">
              <a:ext uri="{FF2B5EF4-FFF2-40B4-BE49-F238E27FC236}">
                <a16:creationId xmlns:a16="http://schemas.microsoft.com/office/drawing/2014/main" id="{83F02A6D-911D-4A69-8A3F-95372E2E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8" name="Shape 486">
            <a:extLst xmlns:a="http://schemas.openxmlformats.org/drawingml/2006/main">
              <a:ext uri="{FF2B5EF4-FFF2-40B4-BE49-F238E27FC236}">
                <a16:creationId xmlns:a16="http://schemas.microsoft.com/office/drawing/2014/main" id="{8DF5AE49-5F61-4A09-9FC2-80D4F9AC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9" name="Shape 487">
            <a:extLst xmlns:a="http://schemas.openxmlformats.org/drawingml/2006/main">
              <a:ext uri="{FF2B5EF4-FFF2-40B4-BE49-F238E27FC236}">
                <a16:creationId xmlns:a16="http://schemas.microsoft.com/office/drawing/2014/main" id="{FA4FAEA2-D1C5-4CA0-94ED-7DCE1725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0" name="Shape 488">
            <a:extLst xmlns:a="http://schemas.openxmlformats.org/drawingml/2006/main">
              <a:ext uri="{FF2B5EF4-FFF2-40B4-BE49-F238E27FC236}">
                <a16:creationId xmlns:a16="http://schemas.microsoft.com/office/drawing/2014/main" id="{2D103DCC-EBAB-4EAE-90E7-80E3446B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1" name="Shape 489">
            <a:extLst xmlns:a="http://schemas.openxmlformats.org/drawingml/2006/main">
              <a:ext uri="{FF2B5EF4-FFF2-40B4-BE49-F238E27FC236}">
                <a16:creationId xmlns:a16="http://schemas.microsoft.com/office/drawing/2014/main" id="{2C9C7F36-D838-4D78-97A2-FDD571A4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2" name="Shape 490">
            <a:extLst xmlns:a="http://schemas.openxmlformats.org/drawingml/2006/main">
              <a:ext uri="{FF2B5EF4-FFF2-40B4-BE49-F238E27FC236}">
                <a16:creationId xmlns:a16="http://schemas.microsoft.com/office/drawing/2014/main" id="{CAADDC44-35A1-4E61-A2EF-81C553EC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3" name="Shape 491">
            <a:extLst xmlns:a="http://schemas.openxmlformats.org/drawingml/2006/main">
              <a:ext uri="{FF2B5EF4-FFF2-40B4-BE49-F238E27FC236}">
                <a16:creationId xmlns:a16="http://schemas.microsoft.com/office/drawing/2014/main" id="{9C25F4CD-A4AA-455C-859C-6E61019F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4" name="Shape 492">
            <a:extLst xmlns:a="http://schemas.openxmlformats.org/drawingml/2006/main">
              <a:ext uri="{FF2B5EF4-FFF2-40B4-BE49-F238E27FC236}">
                <a16:creationId xmlns:a16="http://schemas.microsoft.com/office/drawing/2014/main" id="{4F55CD64-D83C-484E-B4E8-84E1F82B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5" name="Shape 493">
            <a:extLst xmlns:a="http://schemas.openxmlformats.org/drawingml/2006/main">
              <a:ext uri="{FF2B5EF4-FFF2-40B4-BE49-F238E27FC236}">
                <a16:creationId xmlns:a16="http://schemas.microsoft.com/office/drawing/2014/main" id="{4BC01675-2C2F-4CF0-B5C5-383AC488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6" name="Shape 494">
            <a:extLst xmlns:a="http://schemas.openxmlformats.org/drawingml/2006/main">
              <a:ext uri="{FF2B5EF4-FFF2-40B4-BE49-F238E27FC236}">
                <a16:creationId xmlns:a16="http://schemas.microsoft.com/office/drawing/2014/main" id="{A9F2F7A8-AC70-4048-AC6A-F1714999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7" name="Shape 495">
            <a:extLst xmlns:a="http://schemas.openxmlformats.org/drawingml/2006/main">
              <a:ext uri="{FF2B5EF4-FFF2-40B4-BE49-F238E27FC236}">
                <a16:creationId xmlns:a16="http://schemas.microsoft.com/office/drawing/2014/main" id="{BC68399E-AAE5-4990-94B4-485250A1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8" name="Shape 496">
            <a:extLst xmlns:a="http://schemas.openxmlformats.org/drawingml/2006/main">
              <a:ext uri="{FF2B5EF4-FFF2-40B4-BE49-F238E27FC236}">
                <a16:creationId xmlns:a16="http://schemas.microsoft.com/office/drawing/2014/main" id="{F608433C-9416-4AF1-9DAF-6D6C70EB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9" name="Shape 497">
            <a:extLst xmlns:a="http://schemas.openxmlformats.org/drawingml/2006/main">
              <a:ext uri="{FF2B5EF4-FFF2-40B4-BE49-F238E27FC236}">
                <a16:creationId xmlns:a16="http://schemas.microsoft.com/office/drawing/2014/main" id="{9530FE35-EB68-4917-A823-2416FFD9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0" name="Shape 498">
            <a:extLst xmlns:a="http://schemas.openxmlformats.org/drawingml/2006/main">
              <a:ext uri="{FF2B5EF4-FFF2-40B4-BE49-F238E27FC236}">
                <a16:creationId xmlns:a16="http://schemas.microsoft.com/office/drawing/2014/main" id="{9FE44517-777D-4514-98CF-21F1A3E3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1" name="Shape 499">
            <a:extLst xmlns:a="http://schemas.openxmlformats.org/drawingml/2006/main">
              <a:ext uri="{FF2B5EF4-FFF2-40B4-BE49-F238E27FC236}">
                <a16:creationId xmlns:a16="http://schemas.microsoft.com/office/drawing/2014/main" id="{E4CFDE97-8FB6-4BE5-9414-76889EFB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2" name="Shape 500">
            <a:extLst xmlns:a="http://schemas.openxmlformats.org/drawingml/2006/main">
              <a:ext uri="{FF2B5EF4-FFF2-40B4-BE49-F238E27FC236}">
                <a16:creationId xmlns:a16="http://schemas.microsoft.com/office/drawing/2014/main" id="{67FEE0C6-FCE9-4D38-B710-C0DFF85F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3" name="Shape 501">
            <a:extLst xmlns:a="http://schemas.openxmlformats.org/drawingml/2006/main">
              <a:ext uri="{FF2B5EF4-FFF2-40B4-BE49-F238E27FC236}">
                <a16:creationId xmlns:a16="http://schemas.microsoft.com/office/drawing/2014/main" id="{14EDAD7C-35D7-473E-9E60-AD327CAC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4" name="Shape 502">
            <a:extLst xmlns:a="http://schemas.openxmlformats.org/drawingml/2006/main">
              <a:ext uri="{FF2B5EF4-FFF2-40B4-BE49-F238E27FC236}">
                <a16:creationId xmlns:a16="http://schemas.microsoft.com/office/drawing/2014/main" id="{FCFFFE9C-3435-44DD-B1BD-D1AD6A85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5" name="Shape 503">
            <a:extLst xmlns:a="http://schemas.openxmlformats.org/drawingml/2006/main">
              <a:ext uri="{FF2B5EF4-FFF2-40B4-BE49-F238E27FC236}">
                <a16:creationId xmlns:a16="http://schemas.microsoft.com/office/drawing/2014/main" id="{B67329C3-FE5B-4195-8E54-FED45C76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6" name="Shape 504">
            <a:extLst xmlns:a="http://schemas.openxmlformats.org/drawingml/2006/main">
              <a:ext uri="{FF2B5EF4-FFF2-40B4-BE49-F238E27FC236}">
                <a16:creationId xmlns:a16="http://schemas.microsoft.com/office/drawing/2014/main" id="{DF4A33E8-8E96-4209-8B94-487BA5A5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7" name="Shape 505">
            <a:extLst xmlns:a="http://schemas.openxmlformats.org/drawingml/2006/main">
              <a:ext uri="{FF2B5EF4-FFF2-40B4-BE49-F238E27FC236}">
                <a16:creationId xmlns:a16="http://schemas.microsoft.com/office/drawing/2014/main" id="{445D34E1-17D8-400D-A352-B5A0D403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8" name="Shape 506">
            <a:extLst xmlns:a="http://schemas.openxmlformats.org/drawingml/2006/main">
              <a:ext uri="{FF2B5EF4-FFF2-40B4-BE49-F238E27FC236}">
                <a16:creationId xmlns:a16="http://schemas.microsoft.com/office/drawing/2014/main" id="{EB420EE7-9BCF-43AE-88BE-4364E53D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9" name="Shape 507">
            <a:extLst xmlns:a="http://schemas.openxmlformats.org/drawingml/2006/main">
              <a:ext uri="{FF2B5EF4-FFF2-40B4-BE49-F238E27FC236}">
                <a16:creationId xmlns:a16="http://schemas.microsoft.com/office/drawing/2014/main" id="{B907A03B-0097-4B07-888A-CF795B80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0" name="Shape 508">
            <a:extLst xmlns:a="http://schemas.openxmlformats.org/drawingml/2006/main">
              <a:ext uri="{FF2B5EF4-FFF2-40B4-BE49-F238E27FC236}">
                <a16:creationId xmlns:a16="http://schemas.microsoft.com/office/drawing/2014/main" id="{4391A0ED-4CB7-4A87-8269-9E772E69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1" name="Shape 509">
            <a:extLst xmlns:a="http://schemas.openxmlformats.org/drawingml/2006/main">
              <a:ext uri="{FF2B5EF4-FFF2-40B4-BE49-F238E27FC236}">
                <a16:creationId xmlns:a16="http://schemas.microsoft.com/office/drawing/2014/main" id="{4E317E45-2C82-490C-B8FE-C3FEFA0E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2" name="Shape 510">
            <a:extLst xmlns:a="http://schemas.openxmlformats.org/drawingml/2006/main">
              <a:ext uri="{FF2B5EF4-FFF2-40B4-BE49-F238E27FC236}">
                <a16:creationId xmlns:a16="http://schemas.microsoft.com/office/drawing/2014/main" id="{4E33BCDB-F34D-487D-B634-86909A28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3" name="Shape 511">
            <a:extLst xmlns:a="http://schemas.openxmlformats.org/drawingml/2006/main">
              <a:ext uri="{FF2B5EF4-FFF2-40B4-BE49-F238E27FC236}">
                <a16:creationId xmlns:a16="http://schemas.microsoft.com/office/drawing/2014/main" id="{D4726C77-2FD5-42DC-83F9-E0198974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4" name="Shape 512">
            <a:extLst xmlns:a="http://schemas.openxmlformats.org/drawingml/2006/main">
              <a:ext uri="{FF2B5EF4-FFF2-40B4-BE49-F238E27FC236}">
                <a16:creationId xmlns:a16="http://schemas.microsoft.com/office/drawing/2014/main" id="{46EB793A-DA36-4DE7-A1CF-53A84EEA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5" name="Shape 513">
            <a:extLst xmlns:a="http://schemas.openxmlformats.org/drawingml/2006/main">
              <a:ext uri="{FF2B5EF4-FFF2-40B4-BE49-F238E27FC236}">
                <a16:creationId xmlns:a16="http://schemas.microsoft.com/office/drawing/2014/main" id="{09086865-7633-436B-AD1D-07F54499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6" name="Shape 514">
            <a:extLst xmlns:a="http://schemas.openxmlformats.org/drawingml/2006/main">
              <a:ext uri="{FF2B5EF4-FFF2-40B4-BE49-F238E27FC236}">
                <a16:creationId xmlns:a16="http://schemas.microsoft.com/office/drawing/2014/main" id="{D24E8A7C-EE86-4D3A-B25E-F4C60EEC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7" name="Shape 515">
            <a:extLst xmlns:a="http://schemas.openxmlformats.org/drawingml/2006/main">
              <a:ext uri="{FF2B5EF4-FFF2-40B4-BE49-F238E27FC236}">
                <a16:creationId xmlns:a16="http://schemas.microsoft.com/office/drawing/2014/main" id="{0D4D4C5D-9A4C-4B5E-B375-CC7F339F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8" name="Shape 516">
            <a:extLst xmlns:a="http://schemas.openxmlformats.org/drawingml/2006/main">
              <a:ext uri="{FF2B5EF4-FFF2-40B4-BE49-F238E27FC236}">
                <a16:creationId xmlns:a16="http://schemas.microsoft.com/office/drawing/2014/main" id="{15483490-2B2B-48AF-A8D7-8AAF8E7E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9" name="Shape 517">
            <a:extLst xmlns:a="http://schemas.openxmlformats.org/drawingml/2006/main">
              <a:ext uri="{FF2B5EF4-FFF2-40B4-BE49-F238E27FC236}">
                <a16:creationId xmlns:a16="http://schemas.microsoft.com/office/drawing/2014/main" id="{928E0200-C50D-41A5-AFC1-938307AA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0" name="Shape 518">
            <a:extLst xmlns:a="http://schemas.openxmlformats.org/drawingml/2006/main">
              <a:ext uri="{FF2B5EF4-FFF2-40B4-BE49-F238E27FC236}">
                <a16:creationId xmlns:a16="http://schemas.microsoft.com/office/drawing/2014/main" id="{4AD57CEB-0246-43C8-A31E-65575B9F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1" name="Shape 519">
            <a:extLst xmlns:a="http://schemas.openxmlformats.org/drawingml/2006/main">
              <a:ext uri="{FF2B5EF4-FFF2-40B4-BE49-F238E27FC236}">
                <a16:creationId xmlns:a16="http://schemas.microsoft.com/office/drawing/2014/main" id="{42A9310B-0718-451D-A46B-608702F1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2" name="Shape 520">
            <a:extLst xmlns:a="http://schemas.openxmlformats.org/drawingml/2006/main">
              <a:ext uri="{FF2B5EF4-FFF2-40B4-BE49-F238E27FC236}">
                <a16:creationId xmlns:a16="http://schemas.microsoft.com/office/drawing/2014/main" id="{8E2E609C-C25A-42B3-973B-39CB8595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3" name="Shape 521">
            <a:extLst xmlns:a="http://schemas.openxmlformats.org/drawingml/2006/main">
              <a:ext uri="{FF2B5EF4-FFF2-40B4-BE49-F238E27FC236}">
                <a16:creationId xmlns:a16="http://schemas.microsoft.com/office/drawing/2014/main" id="{7987E90F-4654-45C8-9E1D-861195EA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4" name="Shape 522">
            <a:extLst xmlns:a="http://schemas.openxmlformats.org/drawingml/2006/main">
              <a:ext uri="{FF2B5EF4-FFF2-40B4-BE49-F238E27FC236}">
                <a16:creationId xmlns:a16="http://schemas.microsoft.com/office/drawing/2014/main" id="{CDD09E26-4E4F-482E-8D9F-8720BC55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5" name="Shape 523">
            <a:extLst xmlns:a="http://schemas.openxmlformats.org/drawingml/2006/main">
              <a:ext uri="{FF2B5EF4-FFF2-40B4-BE49-F238E27FC236}">
                <a16:creationId xmlns:a16="http://schemas.microsoft.com/office/drawing/2014/main" id="{05246B3B-4DDD-499F-A118-664943B0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6" name="Shape 524">
            <a:extLst xmlns:a="http://schemas.openxmlformats.org/drawingml/2006/main">
              <a:ext uri="{FF2B5EF4-FFF2-40B4-BE49-F238E27FC236}">
                <a16:creationId xmlns:a16="http://schemas.microsoft.com/office/drawing/2014/main" id="{5312640A-3F82-41F9-A7BE-A5341811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7" name="Shape 525">
            <a:extLst xmlns:a="http://schemas.openxmlformats.org/drawingml/2006/main">
              <a:ext uri="{FF2B5EF4-FFF2-40B4-BE49-F238E27FC236}">
                <a16:creationId xmlns:a16="http://schemas.microsoft.com/office/drawing/2014/main" id="{1045B5D5-D6AB-416F-B2D0-97C53C10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8" name="Shape 526">
            <a:extLst xmlns:a="http://schemas.openxmlformats.org/drawingml/2006/main">
              <a:ext uri="{FF2B5EF4-FFF2-40B4-BE49-F238E27FC236}">
                <a16:creationId xmlns:a16="http://schemas.microsoft.com/office/drawing/2014/main" id="{0076846D-AE1A-4D0E-B962-E1A8518C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9" name="Shape 527">
            <a:extLst xmlns:a="http://schemas.openxmlformats.org/drawingml/2006/main">
              <a:ext uri="{FF2B5EF4-FFF2-40B4-BE49-F238E27FC236}">
                <a16:creationId xmlns:a16="http://schemas.microsoft.com/office/drawing/2014/main" id="{9F6A9AE3-4481-42E5-86BE-7122E385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0" name="Shape 528">
            <a:extLst xmlns:a="http://schemas.openxmlformats.org/drawingml/2006/main">
              <a:ext uri="{FF2B5EF4-FFF2-40B4-BE49-F238E27FC236}">
                <a16:creationId xmlns:a16="http://schemas.microsoft.com/office/drawing/2014/main" id="{EA13EFAC-AD9E-467F-8442-B6EE20F0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1" name="Shape 529">
            <a:extLst xmlns:a="http://schemas.openxmlformats.org/drawingml/2006/main">
              <a:ext uri="{FF2B5EF4-FFF2-40B4-BE49-F238E27FC236}">
                <a16:creationId xmlns:a16="http://schemas.microsoft.com/office/drawing/2014/main" id="{74BBCB17-500C-484F-9307-6D525298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2" name="Shape 530">
            <a:extLst xmlns:a="http://schemas.openxmlformats.org/drawingml/2006/main">
              <a:ext uri="{FF2B5EF4-FFF2-40B4-BE49-F238E27FC236}">
                <a16:creationId xmlns:a16="http://schemas.microsoft.com/office/drawing/2014/main" id="{2C4862B1-F39D-4552-A984-AC9BC43E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3" name="Shape 531">
            <a:extLst xmlns:a="http://schemas.openxmlformats.org/drawingml/2006/main">
              <a:ext uri="{FF2B5EF4-FFF2-40B4-BE49-F238E27FC236}">
                <a16:creationId xmlns:a16="http://schemas.microsoft.com/office/drawing/2014/main" id="{B73E34F5-E0FB-4716-A159-46DAE6CD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4" name="Shape 532">
            <a:extLst xmlns:a="http://schemas.openxmlformats.org/drawingml/2006/main">
              <a:ext uri="{FF2B5EF4-FFF2-40B4-BE49-F238E27FC236}">
                <a16:creationId xmlns:a16="http://schemas.microsoft.com/office/drawing/2014/main" id="{B1CED01A-E18D-47F2-862B-2C420736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5" name="Shape 533">
            <a:extLst xmlns:a="http://schemas.openxmlformats.org/drawingml/2006/main">
              <a:ext uri="{FF2B5EF4-FFF2-40B4-BE49-F238E27FC236}">
                <a16:creationId xmlns:a16="http://schemas.microsoft.com/office/drawing/2014/main" id="{13D15914-3B33-4CC2-9293-5829B89D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6" name="Shape 534">
            <a:extLst xmlns:a="http://schemas.openxmlformats.org/drawingml/2006/main">
              <a:ext uri="{FF2B5EF4-FFF2-40B4-BE49-F238E27FC236}">
                <a16:creationId xmlns:a16="http://schemas.microsoft.com/office/drawing/2014/main" id="{0B3D0196-723C-4E9B-86FE-96413C29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7" name="Shape 535">
            <a:extLst xmlns:a="http://schemas.openxmlformats.org/drawingml/2006/main">
              <a:ext uri="{FF2B5EF4-FFF2-40B4-BE49-F238E27FC236}">
                <a16:creationId xmlns:a16="http://schemas.microsoft.com/office/drawing/2014/main" id="{51919D76-DE2A-4767-833C-BCEC5CA4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8" name="Shape 536">
            <a:extLst xmlns:a="http://schemas.openxmlformats.org/drawingml/2006/main">
              <a:ext uri="{FF2B5EF4-FFF2-40B4-BE49-F238E27FC236}">
                <a16:creationId xmlns:a16="http://schemas.microsoft.com/office/drawing/2014/main" id="{8C9D3FD1-552A-458C-9731-BF0F8794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9" name="Shape 537">
            <a:extLst xmlns:a="http://schemas.openxmlformats.org/drawingml/2006/main">
              <a:ext uri="{FF2B5EF4-FFF2-40B4-BE49-F238E27FC236}">
                <a16:creationId xmlns:a16="http://schemas.microsoft.com/office/drawing/2014/main" id="{16D35158-0C4F-42D3-A26D-955EBFF8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0" name="Shape 538">
            <a:extLst xmlns:a="http://schemas.openxmlformats.org/drawingml/2006/main">
              <a:ext uri="{FF2B5EF4-FFF2-40B4-BE49-F238E27FC236}">
                <a16:creationId xmlns:a16="http://schemas.microsoft.com/office/drawing/2014/main" id="{AAA62492-B7E2-4A6D-BF55-E41191C3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1" name="Shape 539">
            <a:extLst xmlns:a="http://schemas.openxmlformats.org/drawingml/2006/main">
              <a:ext uri="{FF2B5EF4-FFF2-40B4-BE49-F238E27FC236}">
                <a16:creationId xmlns:a16="http://schemas.microsoft.com/office/drawing/2014/main" id="{333E88CC-2ABE-49CE-B0AB-E4952ADC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2" name="Shape 540">
            <a:extLst xmlns:a="http://schemas.openxmlformats.org/drawingml/2006/main">
              <a:ext uri="{FF2B5EF4-FFF2-40B4-BE49-F238E27FC236}">
                <a16:creationId xmlns:a16="http://schemas.microsoft.com/office/drawing/2014/main" id="{E52CFB7D-1F55-4F8B-9CA9-92A0123C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3" name="Shape 541">
            <a:extLst xmlns:a="http://schemas.openxmlformats.org/drawingml/2006/main">
              <a:ext uri="{FF2B5EF4-FFF2-40B4-BE49-F238E27FC236}">
                <a16:creationId xmlns:a16="http://schemas.microsoft.com/office/drawing/2014/main" id="{B7083E66-9A18-44BB-B6D9-460DAB54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4" name="Shape 542">
            <a:extLst xmlns:a="http://schemas.openxmlformats.org/drawingml/2006/main">
              <a:ext uri="{FF2B5EF4-FFF2-40B4-BE49-F238E27FC236}">
                <a16:creationId xmlns:a16="http://schemas.microsoft.com/office/drawing/2014/main" id="{D95DD74D-F7A1-4CEC-B3D7-B21E06D8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5" name="Shape 543">
            <a:extLst xmlns:a="http://schemas.openxmlformats.org/drawingml/2006/main">
              <a:ext uri="{FF2B5EF4-FFF2-40B4-BE49-F238E27FC236}">
                <a16:creationId xmlns:a16="http://schemas.microsoft.com/office/drawing/2014/main" id="{7D5541D7-B3BF-4416-8B34-BCD210E6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6" name="Shape 544">
            <a:extLst xmlns:a="http://schemas.openxmlformats.org/drawingml/2006/main">
              <a:ext uri="{FF2B5EF4-FFF2-40B4-BE49-F238E27FC236}">
                <a16:creationId xmlns:a16="http://schemas.microsoft.com/office/drawing/2014/main" id="{DB5EB185-8947-47BD-8555-BD05A0B3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7" name="Shape 545">
            <a:extLst xmlns:a="http://schemas.openxmlformats.org/drawingml/2006/main">
              <a:ext uri="{FF2B5EF4-FFF2-40B4-BE49-F238E27FC236}">
                <a16:creationId xmlns:a16="http://schemas.microsoft.com/office/drawing/2014/main" id="{5C0E85F5-9DA5-4FCA-AA68-4A796855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8" name="Shape 546">
            <a:extLst xmlns:a="http://schemas.openxmlformats.org/drawingml/2006/main">
              <a:ext uri="{FF2B5EF4-FFF2-40B4-BE49-F238E27FC236}">
                <a16:creationId xmlns:a16="http://schemas.microsoft.com/office/drawing/2014/main" id="{8A2C0BE6-D604-4207-A885-03CD9E6E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9" name="Shape 547">
            <a:extLst xmlns:a="http://schemas.openxmlformats.org/drawingml/2006/main">
              <a:ext uri="{FF2B5EF4-FFF2-40B4-BE49-F238E27FC236}">
                <a16:creationId xmlns:a16="http://schemas.microsoft.com/office/drawing/2014/main" id="{16741672-4927-45A8-8A56-7A9B7F02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0" name="Shape 548">
            <a:extLst xmlns:a="http://schemas.openxmlformats.org/drawingml/2006/main">
              <a:ext uri="{FF2B5EF4-FFF2-40B4-BE49-F238E27FC236}">
                <a16:creationId xmlns:a16="http://schemas.microsoft.com/office/drawing/2014/main" id="{1D0B5BF4-DC7A-4A2C-AD2B-4DFA35F1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1" name="Shape 549">
            <a:extLst xmlns:a="http://schemas.openxmlformats.org/drawingml/2006/main">
              <a:ext uri="{FF2B5EF4-FFF2-40B4-BE49-F238E27FC236}">
                <a16:creationId xmlns:a16="http://schemas.microsoft.com/office/drawing/2014/main" id="{926566A2-4898-4FE3-ABDD-8F485197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2" name="Shape 550">
            <a:extLst xmlns:a="http://schemas.openxmlformats.org/drawingml/2006/main">
              <a:ext uri="{FF2B5EF4-FFF2-40B4-BE49-F238E27FC236}">
                <a16:creationId xmlns:a16="http://schemas.microsoft.com/office/drawing/2014/main" id="{F7898B68-8200-4B2B-8171-89A133B1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3" name="Shape 551">
            <a:extLst xmlns:a="http://schemas.openxmlformats.org/drawingml/2006/main">
              <a:ext uri="{FF2B5EF4-FFF2-40B4-BE49-F238E27FC236}">
                <a16:creationId xmlns:a16="http://schemas.microsoft.com/office/drawing/2014/main" id="{E2172FE8-B925-4A1F-A0DA-B47A6CD9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4" name="Shape 552">
            <a:extLst xmlns:a="http://schemas.openxmlformats.org/drawingml/2006/main">
              <a:ext uri="{FF2B5EF4-FFF2-40B4-BE49-F238E27FC236}">
                <a16:creationId xmlns:a16="http://schemas.microsoft.com/office/drawing/2014/main" id="{D4A0F4EA-3B9C-4D2C-938D-5E6C11AE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5" name="Shape 553">
            <a:extLst xmlns:a="http://schemas.openxmlformats.org/drawingml/2006/main">
              <a:ext uri="{FF2B5EF4-FFF2-40B4-BE49-F238E27FC236}">
                <a16:creationId xmlns:a16="http://schemas.microsoft.com/office/drawing/2014/main" id="{680FA154-72F4-4F7A-85BC-AA872153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6" name="Shape 554">
            <a:extLst xmlns:a="http://schemas.openxmlformats.org/drawingml/2006/main">
              <a:ext uri="{FF2B5EF4-FFF2-40B4-BE49-F238E27FC236}">
                <a16:creationId xmlns:a16="http://schemas.microsoft.com/office/drawing/2014/main" id="{A046C09F-CADE-423D-9708-9869658F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7" name="Shape 555">
            <a:extLst xmlns:a="http://schemas.openxmlformats.org/drawingml/2006/main">
              <a:ext uri="{FF2B5EF4-FFF2-40B4-BE49-F238E27FC236}">
                <a16:creationId xmlns:a16="http://schemas.microsoft.com/office/drawing/2014/main" id="{165EDF96-76D9-4C8C-B885-EAC0B03A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8" name="Shape 556">
            <a:extLst xmlns:a="http://schemas.openxmlformats.org/drawingml/2006/main">
              <a:ext uri="{FF2B5EF4-FFF2-40B4-BE49-F238E27FC236}">
                <a16:creationId xmlns:a16="http://schemas.microsoft.com/office/drawing/2014/main" id="{7167134D-BFB7-4B07-9F2C-AAD3A9CE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9" name="Shape 557">
            <a:extLst xmlns:a="http://schemas.openxmlformats.org/drawingml/2006/main">
              <a:ext uri="{FF2B5EF4-FFF2-40B4-BE49-F238E27FC236}">
                <a16:creationId xmlns:a16="http://schemas.microsoft.com/office/drawing/2014/main" id="{979665B1-7997-4C42-9C5E-690747CF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0" name="Shape 558">
            <a:extLst xmlns:a="http://schemas.openxmlformats.org/drawingml/2006/main">
              <a:ext uri="{FF2B5EF4-FFF2-40B4-BE49-F238E27FC236}">
                <a16:creationId xmlns:a16="http://schemas.microsoft.com/office/drawing/2014/main" id="{4F26CC5F-0F78-4EC4-AF25-6EF65402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1" name="Shape 559">
            <a:extLst xmlns:a="http://schemas.openxmlformats.org/drawingml/2006/main">
              <a:ext uri="{FF2B5EF4-FFF2-40B4-BE49-F238E27FC236}">
                <a16:creationId xmlns:a16="http://schemas.microsoft.com/office/drawing/2014/main" id="{B6EACC74-BA8D-4FD9-953A-08961025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2" name="Shape 560">
            <a:extLst xmlns:a="http://schemas.openxmlformats.org/drawingml/2006/main">
              <a:ext uri="{FF2B5EF4-FFF2-40B4-BE49-F238E27FC236}">
                <a16:creationId xmlns:a16="http://schemas.microsoft.com/office/drawing/2014/main" id="{4679210D-8B26-4C7E-B2A3-8C1911B9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3" name="Shape 561">
            <a:extLst xmlns:a="http://schemas.openxmlformats.org/drawingml/2006/main">
              <a:ext uri="{FF2B5EF4-FFF2-40B4-BE49-F238E27FC236}">
                <a16:creationId xmlns:a16="http://schemas.microsoft.com/office/drawing/2014/main" id="{8E1B7644-D179-4BDE-A1D3-50E69B66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4" name="Shape 562">
            <a:extLst xmlns:a="http://schemas.openxmlformats.org/drawingml/2006/main">
              <a:ext uri="{FF2B5EF4-FFF2-40B4-BE49-F238E27FC236}">
                <a16:creationId xmlns:a16="http://schemas.microsoft.com/office/drawing/2014/main" id="{4C5DF82F-8B57-4632-93D1-0D049EF0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5" name="Shape 563">
            <a:extLst xmlns:a="http://schemas.openxmlformats.org/drawingml/2006/main">
              <a:ext uri="{FF2B5EF4-FFF2-40B4-BE49-F238E27FC236}">
                <a16:creationId xmlns:a16="http://schemas.microsoft.com/office/drawing/2014/main" id="{C62B8C67-AE93-494F-844E-DC5EFE7B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6" name="Shape 564">
            <a:extLst xmlns:a="http://schemas.openxmlformats.org/drawingml/2006/main">
              <a:ext uri="{FF2B5EF4-FFF2-40B4-BE49-F238E27FC236}">
                <a16:creationId xmlns:a16="http://schemas.microsoft.com/office/drawing/2014/main" id="{FAB0AB53-A345-4EB5-AB90-667D1F0A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7" name="Shape 565">
            <a:extLst xmlns:a="http://schemas.openxmlformats.org/drawingml/2006/main">
              <a:ext uri="{FF2B5EF4-FFF2-40B4-BE49-F238E27FC236}">
                <a16:creationId xmlns:a16="http://schemas.microsoft.com/office/drawing/2014/main" id="{CD5B9112-8C44-4933-ABFB-CEA1EBBE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8" name="Shape 566">
            <a:extLst xmlns:a="http://schemas.openxmlformats.org/drawingml/2006/main">
              <a:ext uri="{FF2B5EF4-FFF2-40B4-BE49-F238E27FC236}">
                <a16:creationId xmlns:a16="http://schemas.microsoft.com/office/drawing/2014/main" id="{589398AF-742A-446C-A9B3-57F6246D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9" name="Shape 567">
            <a:extLst xmlns:a="http://schemas.openxmlformats.org/drawingml/2006/main">
              <a:ext uri="{FF2B5EF4-FFF2-40B4-BE49-F238E27FC236}">
                <a16:creationId xmlns:a16="http://schemas.microsoft.com/office/drawing/2014/main" id="{E55008CD-606C-421E-8F08-C2E30D70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0" name="Shape 568">
            <a:extLst xmlns:a="http://schemas.openxmlformats.org/drawingml/2006/main">
              <a:ext uri="{FF2B5EF4-FFF2-40B4-BE49-F238E27FC236}">
                <a16:creationId xmlns:a16="http://schemas.microsoft.com/office/drawing/2014/main" id="{802364D8-6BA2-4F60-BA5E-C604859C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1" name="Shape 569">
            <a:extLst xmlns:a="http://schemas.openxmlformats.org/drawingml/2006/main">
              <a:ext uri="{FF2B5EF4-FFF2-40B4-BE49-F238E27FC236}">
                <a16:creationId xmlns:a16="http://schemas.microsoft.com/office/drawing/2014/main" id="{86C9A1C1-FF60-4339-8713-62DF48D5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2" name="Shape 570">
            <a:extLst xmlns:a="http://schemas.openxmlformats.org/drawingml/2006/main">
              <a:ext uri="{FF2B5EF4-FFF2-40B4-BE49-F238E27FC236}">
                <a16:creationId xmlns:a16="http://schemas.microsoft.com/office/drawing/2014/main" id="{12F90514-52F4-4123-864A-C0559132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3" name="Shape 571">
            <a:extLst xmlns:a="http://schemas.openxmlformats.org/drawingml/2006/main">
              <a:ext uri="{FF2B5EF4-FFF2-40B4-BE49-F238E27FC236}">
                <a16:creationId xmlns:a16="http://schemas.microsoft.com/office/drawing/2014/main" id="{E68DDF0F-1CC6-4791-A6BD-46AD6539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4" name="Shape 572">
            <a:extLst xmlns:a="http://schemas.openxmlformats.org/drawingml/2006/main">
              <a:ext uri="{FF2B5EF4-FFF2-40B4-BE49-F238E27FC236}">
                <a16:creationId xmlns:a16="http://schemas.microsoft.com/office/drawing/2014/main" id="{31ADE9CC-7E7D-484D-A96D-CB01C32E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5" name="Shape 573">
            <a:extLst xmlns:a="http://schemas.openxmlformats.org/drawingml/2006/main">
              <a:ext uri="{FF2B5EF4-FFF2-40B4-BE49-F238E27FC236}">
                <a16:creationId xmlns:a16="http://schemas.microsoft.com/office/drawing/2014/main" id="{81902764-7472-40B0-A518-DB2EED7B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6" name="Shape 574">
            <a:extLst xmlns:a="http://schemas.openxmlformats.org/drawingml/2006/main">
              <a:ext uri="{FF2B5EF4-FFF2-40B4-BE49-F238E27FC236}">
                <a16:creationId xmlns:a16="http://schemas.microsoft.com/office/drawing/2014/main" id="{0AA54328-2324-4BD4-9541-12922A8E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7" name="Shape 575">
            <a:extLst xmlns:a="http://schemas.openxmlformats.org/drawingml/2006/main">
              <a:ext uri="{FF2B5EF4-FFF2-40B4-BE49-F238E27FC236}">
                <a16:creationId xmlns:a16="http://schemas.microsoft.com/office/drawing/2014/main" id="{4DED7AF6-73C2-42F2-A5D3-5A43A3A4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8" name="Shape 576">
            <a:extLst xmlns:a="http://schemas.openxmlformats.org/drawingml/2006/main">
              <a:ext uri="{FF2B5EF4-FFF2-40B4-BE49-F238E27FC236}">
                <a16:creationId xmlns:a16="http://schemas.microsoft.com/office/drawing/2014/main" id="{BCC39886-F31E-4EEC-BCD3-85B9BEA3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9" name="Shape 577">
            <a:extLst xmlns:a="http://schemas.openxmlformats.org/drawingml/2006/main">
              <a:ext uri="{FF2B5EF4-FFF2-40B4-BE49-F238E27FC236}">
                <a16:creationId xmlns:a16="http://schemas.microsoft.com/office/drawing/2014/main" id="{F26FDB0B-3E75-4A9A-BED5-696AB155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0" name="Shape 578">
            <a:extLst xmlns:a="http://schemas.openxmlformats.org/drawingml/2006/main">
              <a:ext uri="{FF2B5EF4-FFF2-40B4-BE49-F238E27FC236}">
                <a16:creationId xmlns:a16="http://schemas.microsoft.com/office/drawing/2014/main" id="{84F311C8-21DD-4AD1-99A2-AA3A515F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1" name="Shape 579">
            <a:extLst xmlns:a="http://schemas.openxmlformats.org/drawingml/2006/main">
              <a:ext uri="{FF2B5EF4-FFF2-40B4-BE49-F238E27FC236}">
                <a16:creationId xmlns:a16="http://schemas.microsoft.com/office/drawing/2014/main" id="{4222AFCB-CF4F-472A-BEB6-5321A2CF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2" name="Shape 580">
            <a:extLst xmlns:a="http://schemas.openxmlformats.org/drawingml/2006/main">
              <a:ext uri="{FF2B5EF4-FFF2-40B4-BE49-F238E27FC236}">
                <a16:creationId xmlns:a16="http://schemas.microsoft.com/office/drawing/2014/main" id="{601CC5A6-2980-4648-9D0A-DB776024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3" name="Shape 581">
            <a:extLst xmlns:a="http://schemas.openxmlformats.org/drawingml/2006/main">
              <a:ext uri="{FF2B5EF4-FFF2-40B4-BE49-F238E27FC236}">
                <a16:creationId xmlns:a16="http://schemas.microsoft.com/office/drawing/2014/main" id="{AA39EC37-5A99-466A-8114-237BCE6B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4" name="Shape 582">
            <a:extLst xmlns:a="http://schemas.openxmlformats.org/drawingml/2006/main">
              <a:ext uri="{FF2B5EF4-FFF2-40B4-BE49-F238E27FC236}">
                <a16:creationId xmlns:a16="http://schemas.microsoft.com/office/drawing/2014/main" id="{DE254FA9-EDD0-43C8-A91F-66B9E65D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5" name="Shape 583">
            <a:extLst xmlns:a="http://schemas.openxmlformats.org/drawingml/2006/main">
              <a:ext uri="{FF2B5EF4-FFF2-40B4-BE49-F238E27FC236}">
                <a16:creationId xmlns:a16="http://schemas.microsoft.com/office/drawing/2014/main" id="{3398410F-B483-445E-9D0F-21B669FE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6" name="Shape 584">
            <a:extLst xmlns:a="http://schemas.openxmlformats.org/drawingml/2006/main">
              <a:ext uri="{FF2B5EF4-FFF2-40B4-BE49-F238E27FC236}">
                <a16:creationId xmlns:a16="http://schemas.microsoft.com/office/drawing/2014/main" id="{7DC5383D-9412-4A11-A60D-BE9FBB4B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7" name="Shape 585">
            <a:extLst xmlns:a="http://schemas.openxmlformats.org/drawingml/2006/main">
              <a:ext uri="{FF2B5EF4-FFF2-40B4-BE49-F238E27FC236}">
                <a16:creationId xmlns:a16="http://schemas.microsoft.com/office/drawing/2014/main" id="{7C89B0FE-16B0-4682-B54B-5880DA60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8" name="Shape 586">
            <a:extLst xmlns:a="http://schemas.openxmlformats.org/drawingml/2006/main">
              <a:ext uri="{FF2B5EF4-FFF2-40B4-BE49-F238E27FC236}">
                <a16:creationId xmlns:a16="http://schemas.microsoft.com/office/drawing/2014/main" id="{5888FF43-BD82-4876-B025-82E5B7F0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9" name="Shape 587">
            <a:extLst xmlns:a="http://schemas.openxmlformats.org/drawingml/2006/main">
              <a:ext uri="{FF2B5EF4-FFF2-40B4-BE49-F238E27FC236}">
                <a16:creationId xmlns:a16="http://schemas.microsoft.com/office/drawing/2014/main" id="{01751DAA-6C3D-45D7-85C7-7004F2DC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0" name="Shape 588">
            <a:extLst xmlns:a="http://schemas.openxmlformats.org/drawingml/2006/main">
              <a:ext uri="{FF2B5EF4-FFF2-40B4-BE49-F238E27FC236}">
                <a16:creationId xmlns:a16="http://schemas.microsoft.com/office/drawing/2014/main" id="{4F512485-2213-4A88-8A2D-8862ECE3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1" name="Shape 589">
            <a:extLst xmlns:a="http://schemas.openxmlformats.org/drawingml/2006/main">
              <a:ext uri="{FF2B5EF4-FFF2-40B4-BE49-F238E27FC236}">
                <a16:creationId xmlns:a16="http://schemas.microsoft.com/office/drawing/2014/main" id="{FD8BF5F8-7ED3-42CC-97F0-573EB909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2" name="Shape 590">
            <a:extLst xmlns:a="http://schemas.openxmlformats.org/drawingml/2006/main">
              <a:ext uri="{FF2B5EF4-FFF2-40B4-BE49-F238E27FC236}">
                <a16:creationId xmlns:a16="http://schemas.microsoft.com/office/drawing/2014/main" id="{BFFBA8F3-6F91-4D4B-870D-29068987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3" name="Shape 591">
            <a:extLst xmlns:a="http://schemas.openxmlformats.org/drawingml/2006/main">
              <a:ext uri="{FF2B5EF4-FFF2-40B4-BE49-F238E27FC236}">
                <a16:creationId xmlns:a16="http://schemas.microsoft.com/office/drawing/2014/main" id="{B84CE393-6B48-430D-B145-BB460800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4" name="Shape 592">
            <a:extLst xmlns:a="http://schemas.openxmlformats.org/drawingml/2006/main">
              <a:ext uri="{FF2B5EF4-FFF2-40B4-BE49-F238E27FC236}">
                <a16:creationId xmlns:a16="http://schemas.microsoft.com/office/drawing/2014/main" id="{03ECA975-E3DA-4CD7-9A82-99DAE611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5" name="Shape 593">
            <a:extLst xmlns:a="http://schemas.openxmlformats.org/drawingml/2006/main">
              <a:ext uri="{FF2B5EF4-FFF2-40B4-BE49-F238E27FC236}">
                <a16:creationId xmlns:a16="http://schemas.microsoft.com/office/drawing/2014/main" id="{C57B5FE9-0D64-41A8-A2FD-9A023B83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6" name="Shape 594">
            <a:extLst xmlns:a="http://schemas.openxmlformats.org/drawingml/2006/main">
              <a:ext uri="{FF2B5EF4-FFF2-40B4-BE49-F238E27FC236}">
                <a16:creationId xmlns:a16="http://schemas.microsoft.com/office/drawing/2014/main" id="{2C9B17F6-D7EE-4DFF-94CC-48282262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7" name="Shape 595">
            <a:extLst xmlns:a="http://schemas.openxmlformats.org/drawingml/2006/main">
              <a:ext uri="{FF2B5EF4-FFF2-40B4-BE49-F238E27FC236}">
                <a16:creationId xmlns:a16="http://schemas.microsoft.com/office/drawing/2014/main" id="{2809C9FE-E61C-4B37-90DF-3D055F70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8" name="Shape 596">
            <a:extLst xmlns:a="http://schemas.openxmlformats.org/drawingml/2006/main">
              <a:ext uri="{FF2B5EF4-FFF2-40B4-BE49-F238E27FC236}">
                <a16:creationId xmlns:a16="http://schemas.microsoft.com/office/drawing/2014/main" id="{A5F7AEBB-7767-4227-8FFD-FA0E2B19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9" name="Shape 597">
            <a:extLst xmlns:a="http://schemas.openxmlformats.org/drawingml/2006/main">
              <a:ext uri="{FF2B5EF4-FFF2-40B4-BE49-F238E27FC236}">
                <a16:creationId xmlns:a16="http://schemas.microsoft.com/office/drawing/2014/main" id="{6015E1D6-1F0F-477F-B6EC-A89FDF4D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0" name="Shape 598">
            <a:extLst xmlns:a="http://schemas.openxmlformats.org/drawingml/2006/main">
              <a:ext uri="{FF2B5EF4-FFF2-40B4-BE49-F238E27FC236}">
                <a16:creationId xmlns:a16="http://schemas.microsoft.com/office/drawing/2014/main" id="{961F9039-FC84-451A-9ADB-BD5956BD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1" name="Shape 599">
            <a:extLst xmlns:a="http://schemas.openxmlformats.org/drawingml/2006/main">
              <a:ext uri="{FF2B5EF4-FFF2-40B4-BE49-F238E27FC236}">
                <a16:creationId xmlns:a16="http://schemas.microsoft.com/office/drawing/2014/main" id="{8CD31AC4-0C4A-40AD-A04F-89DDA5C5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2" name="Shape 600">
            <a:extLst xmlns:a="http://schemas.openxmlformats.org/drawingml/2006/main">
              <a:ext uri="{FF2B5EF4-FFF2-40B4-BE49-F238E27FC236}">
                <a16:creationId xmlns:a16="http://schemas.microsoft.com/office/drawing/2014/main" id="{7D7E3E3E-08C6-4EE2-B696-1C3F3F48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3" name="Shape 601">
            <a:extLst xmlns:a="http://schemas.openxmlformats.org/drawingml/2006/main">
              <a:ext uri="{FF2B5EF4-FFF2-40B4-BE49-F238E27FC236}">
                <a16:creationId xmlns:a16="http://schemas.microsoft.com/office/drawing/2014/main" id="{7FDAE0E7-E07A-42C8-8526-C42B39E9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4" name="Shape 602">
            <a:extLst xmlns:a="http://schemas.openxmlformats.org/drawingml/2006/main">
              <a:ext uri="{FF2B5EF4-FFF2-40B4-BE49-F238E27FC236}">
                <a16:creationId xmlns:a16="http://schemas.microsoft.com/office/drawing/2014/main" id="{DF0FF7DF-0DCE-429A-AA87-1BA4067F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5" name="Shape 603">
            <a:extLst xmlns:a="http://schemas.openxmlformats.org/drawingml/2006/main">
              <a:ext uri="{FF2B5EF4-FFF2-40B4-BE49-F238E27FC236}">
                <a16:creationId xmlns:a16="http://schemas.microsoft.com/office/drawing/2014/main" id="{69C4CF05-B102-417A-9AA0-865EB360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6" name="Shape 604">
            <a:extLst xmlns:a="http://schemas.openxmlformats.org/drawingml/2006/main">
              <a:ext uri="{FF2B5EF4-FFF2-40B4-BE49-F238E27FC236}">
                <a16:creationId xmlns:a16="http://schemas.microsoft.com/office/drawing/2014/main" id="{059171E7-3BC6-42B0-BFC6-700BAE4A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7" name="Shape 605">
            <a:extLst xmlns:a="http://schemas.openxmlformats.org/drawingml/2006/main">
              <a:ext uri="{FF2B5EF4-FFF2-40B4-BE49-F238E27FC236}">
                <a16:creationId xmlns:a16="http://schemas.microsoft.com/office/drawing/2014/main" id="{97A3891D-3C4B-4B4C-8D0D-EC5C01CE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8" name="Shape 606">
            <a:extLst xmlns:a="http://schemas.openxmlformats.org/drawingml/2006/main">
              <a:ext uri="{FF2B5EF4-FFF2-40B4-BE49-F238E27FC236}">
                <a16:creationId xmlns:a16="http://schemas.microsoft.com/office/drawing/2014/main" id="{1897CFA7-DE20-4DD9-B46B-D411A717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9" name="Shape 607">
            <a:extLst xmlns:a="http://schemas.openxmlformats.org/drawingml/2006/main">
              <a:ext uri="{FF2B5EF4-FFF2-40B4-BE49-F238E27FC236}">
                <a16:creationId xmlns:a16="http://schemas.microsoft.com/office/drawing/2014/main" id="{69860798-20F4-4F89-8EF0-61CE5E98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0" name="Shape 608">
            <a:extLst xmlns:a="http://schemas.openxmlformats.org/drawingml/2006/main">
              <a:ext uri="{FF2B5EF4-FFF2-40B4-BE49-F238E27FC236}">
                <a16:creationId xmlns:a16="http://schemas.microsoft.com/office/drawing/2014/main" id="{543D554C-5089-4B68-AE53-CB9E8EA0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1" name="Shape 609">
            <a:extLst xmlns:a="http://schemas.openxmlformats.org/drawingml/2006/main">
              <a:ext uri="{FF2B5EF4-FFF2-40B4-BE49-F238E27FC236}">
                <a16:creationId xmlns:a16="http://schemas.microsoft.com/office/drawing/2014/main" id="{5EA05F02-67FA-4C8C-955D-EB30E977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2" name="Shape 610">
            <a:extLst xmlns:a="http://schemas.openxmlformats.org/drawingml/2006/main">
              <a:ext uri="{FF2B5EF4-FFF2-40B4-BE49-F238E27FC236}">
                <a16:creationId xmlns:a16="http://schemas.microsoft.com/office/drawing/2014/main" id="{E3AD2E34-9F61-4E4D-9E68-B20D184F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3" name="Shape 611">
            <a:extLst xmlns:a="http://schemas.openxmlformats.org/drawingml/2006/main">
              <a:ext uri="{FF2B5EF4-FFF2-40B4-BE49-F238E27FC236}">
                <a16:creationId xmlns:a16="http://schemas.microsoft.com/office/drawing/2014/main" id="{39E781EC-2F79-4391-AEF4-CBA93F9E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4" name="Shape 612">
            <a:extLst xmlns:a="http://schemas.openxmlformats.org/drawingml/2006/main">
              <a:ext uri="{FF2B5EF4-FFF2-40B4-BE49-F238E27FC236}">
                <a16:creationId xmlns:a16="http://schemas.microsoft.com/office/drawing/2014/main" id="{197F89A5-6109-43D6-A036-5D7E05F6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5" name="Shape 613">
            <a:extLst xmlns:a="http://schemas.openxmlformats.org/drawingml/2006/main">
              <a:ext uri="{FF2B5EF4-FFF2-40B4-BE49-F238E27FC236}">
                <a16:creationId xmlns:a16="http://schemas.microsoft.com/office/drawing/2014/main" id="{CF9EA7B0-4D8D-43B4-BCC6-2105BB8E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6" name="Shape 614">
            <a:extLst xmlns:a="http://schemas.openxmlformats.org/drawingml/2006/main">
              <a:ext uri="{FF2B5EF4-FFF2-40B4-BE49-F238E27FC236}">
                <a16:creationId xmlns:a16="http://schemas.microsoft.com/office/drawing/2014/main" id="{305B2E4B-46BD-47E9-8E5F-3C0753C7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7" name="Shape 615">
            <a:extLst xmlns:a="http://schemas.openxmlformats.org/drawingml/2006/main">
              <a:ext uri="{FF2B5EF4-FFF2-40B4-BE49-F238E27FC236}">
                <a16:creationId xmlns:a16="http://schemas.microsoft.com/office/drawing/2014/main" id="{77AF2366-AA38-4966-A758-46047603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8" name="Shape 616">
            <a:extLst xmlns:a="http://schemas.openxmlformats.org/drawingml/2006/main">
              <a:ext uri="{FF2B5EF4-FFF2-40B4-BE49-F238E27FC236}">
                <a16:creationId xmlns:a16="http://schemas.microsoft.com/office/drawing/2014/main" id="{B24DC5AF-C542-43DD-9D20-91CFBAED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9" name="Shape 617">
            <a:extLst xmlns:a="http://schemas.openxmlformats.org/drawingml/2006/main">
              <a:ext uri="{FF2B5EF4-FFF2-40B4-BE49-F238E27FC236}">
                <a16:creationId xmlns:a16="http://schemas.microsoft.com/office/drawing/2014/main" id="{2079023D-DB89-49E3-8AF4-CFB263E6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0" name="Shape 618">
            <a:extLst xmlns:a="http://schemas.openxmlformats.org/drawingml/2006/main">
              <a:ext uri="{FF2B5EF4-FFF2-40B4-BE49-F238E27FC236}">
                <a16:creationId xmlns:a16="http://schemas.microsoft.com/office/drawing/2014/main" id="{AB2E8BE8-CEFF-4701-969D-01F5C282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1" name="Shape 619">
            <a:extLst xmlns:a="http://schemas.openxmlformats.org/drawingml/2006/main">
              <a:ext uri="{FF2B5EF4-FFF2-40B4-BE49-F238E27FC236}">
                <a16:creationId xmlns:a16="http://schemas.microsoft.com/office/drawing/2014/main" id="{FF771420-F57C-4C55-8263-8B9034FE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2" name="Shape 620">
            <a:extLst xmlns:a="http://schemas.openxmlformats.org/drawingml/2006/main">
              <a:ext uri="{FF2B5EF4-FFF2-40B4-BE49-F238E27FC236}">
                <a16:creationId xmlns:a16="http://schemas.microsoft.com/office/drawing/2014/main" id="{501C4E1D-F16F-4FAB-9F5E-92456239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3" name="Shape 621">
            <a:extLst xmlns:a="http://schemas.openxmlformats.org/drawingml/2006/main">
              <a:ext uri="{FF2B5EF4-FFF2-40B4-BE49-F238E27FC236}">
                <a16:creationId xmlns:a16="http://schemas.microsoft.com/office/drawing/2014/main" id="{CFF805B3-D003-498C-A1F3-623ABA92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4" name="Shape 622">
            <a:extLst xmlns:a="http://schemas.openxmlformats.org/drawingml/2006/main">
              <a:ext uri="{FF2B5EF4-FFF2-40B4-BE49-F238E27FC236}">
                <a16:creationId xmlns:a16="http://schemas.microsoft.com/office/drawing/2014/main" id="{5733DD0B-19BF-42A3-9F74-E75C9610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5" name="Shape 623">
            <a:extLst xmlns:a="http://schemas.openxmlformats.org/drawingml/2006/main">
              <a:ext uri="{FF2B5EF4-FFF2-40B4-BE49-F238E27FC236}">
                <a16:creationId xmlns:a16="http://schemas.microsoft.com/office/drawing/2014/main" id="{9B667E72-58A3-42A3-AACC-6DC88701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6" name="Shape 624">
            <a:extLst xmlns:a="http://schemas.openxmlformats.org/drawingml/2006/main">
              <a:ext uri="{FF2B5EF4-FFF2-40B4-BE49-F238E27FC236}">
                <a16:creationId xmlns:a16="http://schemas.microsoft.com/office/drawing/2014/main" id="{D21B3B8D-BC6A-44BC-AB41-52652EA2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7" name="Shape 625">
            <a:extLst xmlns:a="http://schemas.openxmlformats.org/drawingml/2006/main">
              <a:ext uri="{FF2B5EF4-FFF2-40B4-BE49-F238E27FC236}">
                <a16:creationId xmlns:a16="http://schemas.microsoft.com/office/drawing/2014/main" id="{2BB35CBC-52FE-4A3E-BDAE-EA9C6542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8" name="Shape 626">
            <a:extLst xmlns:a="http://schemas.openxmlformats.org/drawingml/2006/main">
              <a:ext uri="{FF2B5EF4-FFF2-40B4-BE49-F238E27FC236}">
                <a16:creationId xmlns:a16="http://schemas.microsoft.com/office/drawing/2014/main" id="{AA63A43E-A137-4FB5-BDC2-89CA28ED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9" name="Shape 627">
            <a:extLst xmlns:a="http://schemas.openxmlformats.org/drawingml/2006/main">
              <a:ext uri="{FF2B5EF4-FFF2-40B4-BE49-F238E27FC236}">
                <a16:creationId xmlns:a16="http://schemas.microsoft.com/office/drawing/2014/main" id="{E5EAF725-E37E-404B-824C-4E9C6118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0" name="Shape 628">
            <a:extLst xmlns:a="http://schemas.openxmlformats.org/drawingml/2006/main">
              <a:ext uri="{FF2B5EF4-FFF2-40B4-BE49-F238E27FC236}">
                <a16:creationId xmlns:a16="http://schemas.microsoft.com/office/drawing/2014/main" id="{F249BCBE-C7E4-4EFA-B5E9-946024CB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1" name="Shape 629">
            <a:extLst xmlns:a="http://schemas.openxmlformats.org/drawingml/2006/main">
              <a:ext uri="{FF2B5EF4-FFF2-40B4-BE49-F238E27FC236}">
                <a16:creationId xmlns:a16="http://schemas.microsoft.com/office/drawing/2014/main" id="{F79732B9-4604-4553-A567-5943D991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2" name="Shape 630">
            <a:extLst xmlns:a="http://schemas.openxmlformats.org/drawingml/2006/main">
              <a:ext uri="{FF2B5EF4-FFF2-40B4-BE49-F238E27FC236}">
                <a16:creationId xmlns:a16="http://schemas.microsoft.com/office/drawing/2014/main" id="{DE576337-07F2-4C08-8DB8-01A51A42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3" name="Shape 631">
            <a:extLst xmlns:a="http://schemas.openxmlformats.org/drawingml/2006/main">
              <a:ext uri="{FF2B5EF4-FFF2-40B4-BE49-F238E27FC236}">
                <a16:creationId xmlns:a16="http://schemas.microsoft.com/office/drawing/2014/main" id="{14C8A159-A681-42A9-A15A-1A072F08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4" name="Shape 632">
            <a:extLst xmlns:a="http://schemas.openxmlformats.org/drawingml/2006/main">
              <a:ext uri="{FF2B5EF4-FFF2-40B4-BE49-F238E27FC236}">
                <a16:creationId xmlns:a16="http://schemas.microsoft.com/office/drawing/2014/main" id="{E2F6598F-F832-4B28-AA94-FD0E9A17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5" name="Shape 633">
            <a:extLst xmlns:a="http://schemas.openxmlformats.org/drawingml/2006/main">
              <a:ext uri="{FF2B5EF4-FFF2-40B4-BE49-F238E27FC236}">
                <a16:creationId xmlns:a16="http://schemas.microsoft.com/office/drawing/2014/main" id="{131CD931-F051-4F9B-AD1B-7DA0AC49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6" name="Shape 634">
            <a:extLst xmlns:a="http://schemas.openxmlformats.org/drawingml/2006/main">
              <a:ext uri="{FF2B5EF4-FFF2-40B4-BE49-F238E27FC236}">
                <a16:creationId xmlns:a16="http://schemas.microsoft.com/office/drawing/2014/main" id="{67EF4CD5-D68B-4D4B-A36F-C958F02F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7" name="Shape 635">
            <a:extLst xmlns:a="http://schemas.openxmlformats.org/drawingml/2006/main">
              <a:ext uri="{FF2B5EF4-FFF2-40B4-BE49-F238E27FC236}">
                <a16:creationId xmlns:a16="http://schemas.microsoft.com/office/drawing/2014/main" id="{DA7B4E83-5ECE-4D30-BD19-8A6EC102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8" name="Shape 636">
            <a:extLst xmlns:a="http://schemas.openxmlformats.org/drawingml/2006/main">
              <a:ext uri="{FF2B5EF4-FFF2-40B4-BE49-F238E27FC236}">
                <a16:creationId xmlns:a16="http://schemas.microsoft.com/office/drawing/2014/main" id="{0BA76AB5-10DF-4862-A52D-587EC221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9" name="Shape 637">
            <a:extLst xmlns:a="http://schemas.openxmlformats.org/drawingml/2006/main">
              <a:ext uri="{FF2B5EF4-FFF2-40B4-BE49-F238E27FC236}">
                <a16:creationId xmlns:a16="http://schemas.microsoft.com/office/drawing/2014/main" id="{9A943E21-05C9-412A-AD22-5F1759EC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0" name="Shape 638">
            <a:extLst xmlns:a="http://schemas.openxmlformats.org/drawingml/2006/main">
              <a:ext uri="{FF2B5EF4-FFF2-40B4-BE49-F238E27FC236}">
                <a16:creationId xmlns:a16="http://schemas.microsoft.com/office/drawing/2014/main" id="{B94F65F3-8624-4DCE-856E-FA0C7CD0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1" name="Shape 639">
            <a:extLst xmlns:a="http://schemas.openxmlformats.org/drawingml/2006/main">
              <a:ext uri="{FF2B5EF4-FFF2-40B4-BE49-F238E27FC236}">
                <a16:creationId xmlns:a16="http://schemas.microsoft.com/office/drawing/2014/main" id="{DAB05A7A-7E93-4551-A479-39AEFFD8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2" name="Shape 640">
            <a:extLst xmlns:a="http://schemas.openxmlformats.org/drawingml/2006/main">
              <a:ext uri="{FF2B5EF4-FFF2-40B4-BE49-F238E27FC236}">
                <a16:creationId xmlns:a16="http://schemas.microsoft.com/office/drawing/2014/main" id="{9F1ED194-ABAE-4BDC-B2D9-E60E7815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3" name="Shape 641">
            <a:extLst xmlns:a="http://schemas.openxmlformats.org/drawingml/2006/main">
              <a:ext uri="{FF2B5EF4-FFF2-40B4-BE49-F238E27FC236}">
                <a16:creationId xmlns:a16="http://schemas.microsoft.com/office/drawing/2014/main" id="{26F551AF-C2BC-4655-A1DE-A852A82B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4" name="Shape 642">
            <a:extLst xmlns:a="http://schemas.openxmlformats.org/drawingml/2006/main">
              <a:ext uri="{FF2B5EF4-FFF2-40B4-BE49-F238E27FC236}">
                <a16:creationId xmlns:a16="http://schemas.microsoft.com/office/drawing/2014/main" id="{A41FBE52-4F74-469F-B159-41F0C0D5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5" name="Shape 643">
            <a:extLst xmlns:a="http://schemas.openxmlformats.org/drawingml/2006/main">
              <a:ext uri="{FF2B5EF4-FFF2-40B4-BE49-F238E27FC236}">
                <a16:creationId xmlns:a16="http://schemas.microsoft.com/office/drawing/2014/main" id="{E91A7CAE-A45B-4103-B671-6984FFEB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6" name="Shape 644">
            <a:extLst xmlns:a="http://schemas.openxmlformats.org/drawingml/2006/main">
              <a:ext uri="{FF2B5EF4-FFF2-40B4-BE49-F238E27FC236}">
                <a16:creationId xmlns:a16="http://schemas.microsoft.com/office/drawing/2014/main" id="{B0D574A0-406B-44CD-AE0E-401D53B2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7" name="Shape 645">
            <a:extLst xmlns:a="http://schemas.openxmlformats.org/drawingml/2006/main">
              <a:ext uri="{FF2B5EF4-FFF2-40B4-BE49-F238E27FC236}">
                <a16:creationId xmlns:a16="http://schemas.microsoft.com/office/drawing/2014/main" id="{9A0B2522-EAA2-4F43-98AA-8D3D2BE6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8" name="Text 646">
            <a:extLst xmlns:a="http://schemas.openxmlformats.org/drawingml/2006/main">
              <a:ext uri="{FF2B5EF4-FFF2-40B4-BE49-F238E27FC236}">
                <a16:creationId xmlns:a16="http://schemas.microsoft.com/office/drawing/2014/main" id="{1A547746-9C11-4505-9850-774B975B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 spc="210">
                <a:solidFill>
                  <a:srgbClr val="39D7E7"/>
                </a:solidFill>
                <a:latin typeface="Arial"/>
                <a:ea typeface="Arial"/>
                <a:cs typeface="Arial"/>
              </a:rPr>
              <a:t>03 / ARCHITECTURE</a:t>
            </a:r>
            <a:endParaRPr sz="750"/>
          </a:p>
        </p:txBody>
      </p:sp>
      <p:sp>
        <p:nvSpPr>
          <p:cNvPr id="649" name="Text 647">
            <a:extLst xmlns:a="http://schemas.openxmlformats.org/drawingml/2006/main">
              <a:ext uri="{FF2B5EF4-FFF2-40B4-BE49-F238E27FC236}">
                <a16:creationId xmlns:a16="http://schemas.microsoft.com/office/drawing/2014/main" id="{4A9BA805-BD7A-42EB-AEAE-789C05AB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49224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前端在 IPFS，控制面在 Worker，信任锚分布在 D1 与链上</a:t>
            </a:r>
            <a:endParaRPr sz="2700"/>
          </a:p>
        </p:txBody>
      </p:sp>
      <p:sp>
        <p:nvSpPr>
          <p:cNvPr id="650" name="Text 648">
            <a:extLst xmlns:a="http://schemas.openxmlformats.org/drawingml/2006/main">
              <a:ext uri="{FF2B5EF4-FFF2-40B4-BE49-F238E27FC236}">
                <a16:creationId xmlns:a16="http://schemas.microsoft.com/office/drawing/2014/main" id="{2ADDFD2B-E1E7-44E2-A1D1-B2E6DAC0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088136"/>
            <a:ext cx="10698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AEB9BE"/>
                </a:solidFill>
                <a:latin typeface="Arial Unicode MS"/>
                <a:ea typeface="Arial Unicode MS"/>
                <a:cs typeface="Arial Unicode MS"/>
              </a:rPr>
              <a:t>三位内置 Agent 共享 PinMe LLM；差异来自角色提示词、上下文与输出契约。</a:t>
            </a:r>
            <a:endParaRPr sz="1050"/>
          </a:p>
        </p:txBody>
      </p:sp>
      <p:sp>
        <p:nvSpPr>
          <p:cNvPr id="651" name="Shape 649">
            <a:extLst xmlns:a="http://schemas.openxmlformats.org/drawingml/2006/main">
              <a:ext uri="{FF2B5EF4-FFF2-40B4-BE49-F238E27FC236}">
                <a16:creationId xmlns:a16="http://schemas.microsoft.com/office/drawing/2014/main" id="{25AD56C5-0AF3-4185-83D5-BD4340D6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664208"/>
            <a:ext cx="7543800" cy="859536"/>
          </a:xfrm>
          <a:prstGeom xmlns:a="http://schemas.openxmlformats.org/drawingml/2006/main" prst="roundRect">
            <a:avLst>
              <a:gd name="adj" fmla="val 7447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0160">
            <a:solidFill>
              <a:srgbClr val="2E444C"/>
            </a:solidFill>
            <a:prstDash val="solid"/>
          </a:ln>
        </p:spPr>
      </p:sp>
      <p:sp>
        <p:nvSpPr>
          <p:cNvPr id="652" name="Text 650">
            <a:extLst xmlns:a="http://schemas.openxmlformats.org/drawingml/2006/main">
              <a:ext uri="{FF2B5EF4-FFF2-40B4-BE49-F238E27FC236}">
                <a16:creationId xmlns:a16="http://schemas.microsoft.com/office/drawing/2014/main" id="{907B56DD-DE50-4453-842E-F89862C1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847088"/>
            <a:ext cx="10972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b="1" spc="140">
                <a:solidFill>
                  <a:srgbClr val="39D7E7"/>
                </a:solidFill>
                <a:latin typeface="Arial"/>
                <a:ea typeface="Arial"/>
                <a:cs typeface="Arial"/>
              </a:rPr>
              <a:t>EXPERIENCE</a:t>
            </a:r>
            <a:endParaRPr sz="670"/>
          </a:p>
        </p:txBody>
      </p:sp>
      <p:sp>
        <p:nvSpPr>
          <p:cNvPr id="653" name="Text 651">
            <a:extLst xmlns:a="http://schemas.openxmlformats.org/drawingml/2006/main">
              <a:ext uri="{FF2B5EF4-FFF2-40B4-BE49-F238E27FC236}">
                <a16:creationId xmlns:a16="http://schemas.microsoft.com/office/drawing/2014/main" id="{D537E27A-F889-4AB6-81D7-96CB8DDA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696" y="1801368"/>
            <a:ext cx="2606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React + Vite + Hash Router</a:t>
            </a:r>
            <a:endParaRPr sz="1220"/>
          </a:p>
        </p:txBody>
      </p:sp>
      <p:sp>
        <p:nvSpPr>
          <p:cNvPr id="654" name="Text 652">
            <a:extLst xmlns:a="http://schemas.openxmlformats.org/drawingml/2006/main">
              <a:ext uri="{FF2B5EF4-FFF2-40B4-BE49-F238E27FC236}">
                <a16:creationId xmlns:a16="http://schemas.microsoft.com/office/drawing/2014/main" id="{7CD2C017-49D4-459A-A459-93385990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1837944"/>
            <a:ext cx="3246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任务工作台 · Agent 市场 · 3D 数字孪生 · 验收/仲裁 · PM 中心</a:t>
            </a:r>
            <a:endParaRPr sz="850"/>
          </a:p>
        </p:txBody>
      </p:sp>
      <p:sp>
        <p:nvSpPr>
          <p:cNvPr id="655" name="Shape 653">
            <a:extLst xmlns:a="http://schemas.openxmlformats.org/drawingml/2006/main">
              <a:ext uri="{FF2B5EF4-FFF2-40B4-BE49-F238E27FC236}">
                <a16:creationId xmlns:a16="http://schemas.microsoft.com/office/drawing/2014/main" id="{F68DE87C-4A16-4777-9A5A-5A89C4CB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532888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9D7E7"/>
            </a:solidFill>
            <a:prstDash val="solid"/>
            <a:tailEnd type="triangle"/>
          </a:ln>
        </p:spPr>
      </p:sp>
      <p:sp>
        <p:nvSpPr>
          <p:cNvPr id="656" name="Shape 654">
            <a:extLst xmlns:a="http://schemas.openxmlformats.org/drawingml/2006/main">
              <a:ext uri="{FF2B5EF4-FFF2-40B4-BE49-F238E27FC236}">
                <a16:creationId xmlns:a16="http://schemas.microsoft.com/office/drawing/2014/main" id="{1349C839-61FF-45DB-A67D-F4438C71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761488"/>
            <a:ext cx="7543800" cy="859536"/>
          </a:xfrm>
          <a:prstGeom xmlns:a="http://schemas.openxmlformats.org/drawingml/2006/main" prst="roundRect">
            <a:avLst>
              <a:gd name="adj" fmla="val 7447"/>
            </a:avLst>
          </a:prstGeom>
          <a:solidFill xmlns:a="http://schemas.openxmlformats.org/drawingml/2006/main">
            <a:srgbClr val="1B252A"/>
          </a:solidFill>
          <a:ln xmlns:a="http://schemas.openxmlformats.org/drawingml/2006/main" w="10160">
            <a:solidFill>
              <a:srgbClr val="405036"/>
            </a:solidFill>
            <a:prstDash val="solid"/>
          </a:ln>
        </p:spPr>
      </p:sp>
      <p:sp>
        <p:nvSpPr>
          <p:cNvPr id="657" name="Text 655">
            <a:extLst xmlns:a="http://schemas.openxmlformats.org/drawingml/2006/main">
              <a:ext uri="{FF2B5EF4-FFF2-40B4-BE49-F238E27FC236}">
                <a16:creationId xmlns:a16="http://schemas.microsoft.com/office/drawing/2014/main" id="{E7EBD3B4-656E-42F7-B6BE-98FF4637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944368"/>
            <a:ext cx="10972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b="1" spc="140">
                <a:solidFill>
                  <a:srgbClr val="C4F35A"/>
                </a:solidFill>
                <a:latin typeface="Arial"/>
                <a:ea typeface="Arial"/>
                <a:cs typeface="Arial"/>
              </a:rPr>
              <a:t>CONTROL</a:t>
            </a:r>
            <a:endParaRPr sz="670"/>
          </a:p>
        </p:txBody>
      </p:sp>
      <p:sp>
        <p:nvSpPr>
          <p:cNvPr id="658" name="Text 656">
            <a:extLst xmlns:a="http://schemas.openxmlformats.org/drawingml/2006/main">
              <a:ext uri="{FF2B5EF4-FFF2-40B4-BE49-F238E27FC236}">
                <a16:creationId xmlns:a16="http://schemas.microsoft.com/office/drawing/2014/main" id="{AEB69A53-3210-40F7-9749-8D9238CE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696" y="2898648"/>
            <a:ext cx="2606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Cloudflare Worker</a:t>
            </a:r>
            <a:endParaRPr sz="1220"/>
          </a:p>
        </p:txBody>
      </p:sp>
      <p:sp>
        <p:nvSpPr>
          <p:cNvPr id="659" name="Text 657">
            <a:extLst xmlns:a="http://schemas.openxmlformats.org/drawingml/2006/main">
              <a:ext uri="{FF2B5EF4-FFF2-40B4-BE49-F238E27FC236}">
                <a16:creationId xmlns:a16="http://schemas.microsoft.com/office/drawing/2014/main" id="{535B845F-5838-4578-A6B0-352FB860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2935224"/>
            <a:ext cx="3246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认证与权限 · 状态机 · 派发与回调 · CORS · 链上回执校验</a:t>
            </a:r>
            <a:endParaRPr sz="850"/>
          </a:p>
        </p:txBody>
      </p:sp>
      <p:sp>
        <p:nvSpPr>
          <p:cNvPr id="660" name="Shape 658">
            <a:extLst xmlns:a="http://schemas.openxmlformats.org/drawingml/2006/main">
              <a:ext uri="{FF2B5EF4-FFF2-40B4-BE49-F238E27FC236}">
                <a16:creationId xmlns:a16="http://schemas.microsoft.com/office/drawing/2014/main" id="{C31D0CDF-530E-4FDA-A704-63563A38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630168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4F35A"/>
            </a:solidFill>
            <a:prstDash val="solid"/>
            <a:tailEnd type="triangle"/>
          </a:ln>
        </p:spPr>
      </p:sp>
      <p:sp>
        <p:nvSpPr>
          <p:cNvPr id="661" name="Shape 659">
            <a:extLst xmlns:a="http://schemas.openxmlformats.org/drawingml/2006/main">
              <a:ext uri="{FF2B5EF4-FFF2-40B4-BE49-F238E27FC236}">
                <a16:creationId xmlns:a16="http://schemas.microsoft.com/office/drawing/2014/main" id="{4A75AB78-B5F8-49A5-B59A-4F4F6C24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858768"/>
            <a:ext cx="7543800" cy="859536"/>
          </a:xfrm>
          <a:prstGeom xmlns:a="http://schemas.openxmlformats.org/drawingml/2006/main" prst="roundRect">
            <a:avLst>
              <a:gd name="adj" fmla="val 7447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0160">
            <a:solidFill>
              <a:srgbClr val="2E444C"/>
            </a:solidFill>
            <a:prstDash val="solid"/>
          </a:ln>
        </p:spPr>
      </p:sp>
      <p:sp>
        <p:nvSpPr>
          <p:cNvPr id="662" name="Text 660">
            <a:extLst xmlns:a="http://schemas.openxmlformats.org/drawingml/2006/main">
              <a:ext uri="{FF2B5EF4-FFF2-40B4-BE49-F238E27FC236}">
                <a16:creationId xmlns:a16="http://schemas.microsoft.com/office/drawing/2014/main" id="{7467D4FF-D067-4C21-960F-A35270EC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041648"/>
            <a:ext cx="10972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b="1" spc="140">
                <a:solidFill>
                  <a:srgbClr val="39D7E7"/>
                </a:solidFill>
                <a:latin typeface="Arial"/>
                <a:ea typeface="Arial"/>
                <a:cs typeface="Arial"/>
              </a:rPr>
              <a:t>INTELLIGENCE</a:t>
            </a:r>
            <a:endParaRPr sz="670"/>
          </a:p>
        </p:txBody>
      </p:sp>
      <p:sp>
        <p:nvSpPr>
          <p:cNvPr id="663" name="Text 661">
            <a:extLst xmlns:a="http://schemas.openxmlformats.org/drawingml/2006/main">
              <a:ext uri="{FF2B5EF4-FFF2-40B4-BE49-F238E27FC236}">
                <a16:creationId xmlns:a16="http://schemas.microsoft.com/office/drawing/2014/main" id="{47C1AF2A-DCB5-47E9-B770-D8D2E73C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696" y="3995928"/>
            <a:ext cx="2606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 Role Agents + PinMe LLM</a:t>
            </a:r>
            <a:endParaRPr sz="1220"/>
          </a:p>
        </p:txBody>
      </p:sp>
      <p:sp>
        <p:nvSpPr>
          <p:cNvPr id="664" name="Text 662">
            <a:extLst xmlns:a="http://schemas.openxmlformats.org/drawingml/2006/main">
              <a:ext uri="{FF2B5EF4-FFF2-40B4-BE49-F238E27FC236}">
                <a16:creationId xmlns:a16="http://schemas.microsoft.com/office/drawing/2014/main" id="{F8A2476D-E9EC-4E83-A8F9-DEF87FA8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4032504"/>
            <a:ext cx="3246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gpt-5.6-sol · Strategy / Evidence / Delivery · 结构化输出</a:t>
            </a:r>
            <a:endParaRPr sz="850"/>
          </a:p>
        </p:txBody>
      </p:sp>
      <p:sp>
        <p:nvSpPr>
          <p:cNvPr id="665" name="Shape 663">
            <a:extLst xmlns:a="http://schemas.openxmlformats.org/drawingml/2006/main">
              <a:ext uri="{FF2B5EF4-FFF2-40B4-BE49-F238E27FC236}">
                <a16:creationId xmlns:a16="http://schemas.microsoft.com/office/drawing/2014/main" id="{5D157490-A292-4898-8DFB-0BA88BAC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727448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9D7E7"/>
            </a:solidFill>
            <a:prstDash val="solid"/>
            <a:tailEnd type="triangle"/>
          </a:ln>
        </p:spPr>
      </p:sp>
      <p:sp>
        <p:nvSpPr>
          <p:cNvPr id="666" name="Shape 664">
            <a:extLst xmlns:a="http://schemas.openxmlformats.org/drawingml/2006/main">
              <a:ext uri="{FF2B5EF4-FFF2-40B4-BE49-F238E27FC236}">
                <a16:creationId xmlns:a16="http://schemas.microsoft.com/office/drawing/2014/main" id="{4E70CFDF-B03C-420F-BE76-67DA6C3E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956048"/>
            <a:ext cx="7543800" cy="859536"/>
          </a:xfrm>
          <a:prstGeom xmlns:a="http://schemas.openxmlformats.org/drawingml/2006/main" prst="roundRect">
            <a:avLst>
              <a:gd name="adj" fmla="val 7447"/>
            </a:avLst>
          </a:prstGeom>
          <a:solidFill xmlns:a="http://schemas.openxmlformats.org/drawingml/2006/main">
            <a:srgbClr val="1B252A"/>
          </a:solidFill>
          <a:ln xmlns:a="http://schemas.openxmlformats.org/drawingml/2006/main" w="10160">
            <a:solidFill>
              <a:srgbClr val="405036"/>
            </a:solidFill>
            <a:prstDash val="solid"/>
          </a:ln>
        </p:spPr>
      </p:sp>
      <p:sp>
        <p:nvSpPr>
          <p:cNvPr id="667" name="Text 665">
            <a:extLst xmlns:a="http://schemas.openxmlformats.org/drawingml/2006/main">
              <a:ext uri="{FF2B5EF4-FFF2-40B4-BE49-F238E27FC236}">
                <a16:creationId xmlns:a16="http://schemas.microsoft.com/office/drawing/2014/main" id="{314549FE-8493-4C0C-9DE6-A2F18CD2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5138928"/>
            <a:ext cx="10972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b="1" spc="140">
                <a:solidFill>
                  <a:srgbClr val="C4F35A"/>
                </a:solidFill>
                <a:latin typeface="Arial"/>
                <a:ea typeface="Arial"/>
                <a:cs typeface="Arial"/>
              </a:rPr>
              <a:t>TRUST</a:t>
            </a:r>
            <a:endParaRPr sz="670"/>
          </a:p>
        </p:txBody>
      </p:sp>
      <p:sp>
        <p:nvSpPr>
          <p:cNvPr id="668" name="Text 666">
            <a:extLst xmlns:a="http://schemas.openxmlformats.org/drawingml/2006/main">
              <a:ext uri="{FF2B5EF4-FFF2-40B4-BE49-F238E27FC236}">
                <a16:creationId xmlns:a16="http://schemas.microsoft.com/office/drawing/2014/main" id="{2D8DFE31-7F24-4AE3-B940-D4BC626F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696" y="5093208"/>
            <a:ext cx="2606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D1 + PinMe/IPFS + Sepolia</a:t>
            </a:r>
            <a:endParaRPr sz="1220"/>
          </a:p>
        </p:txBody>
      </p:sp>
      <p:sp>
        <p:nvSpPr>
          <p:cNvPr id="669" name="Text 667">
            <a:extLst xmlns:a="http://schemas.openxmlformats.org/drawingml/2006/main">
              <a:ext uri="{FF2B5EF4-FFF2-40B4-BE49-F238E27FC236}">
                <a16:creationId xmlns:a16="http://schemas.microsoft.com/office/drawing/2014/main" id="{77DF81F1-876E-4168-9D90-A3CE0CB8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5129784"/>
            <a:ext cx="3246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任务/事件/证据账本 · CID/Manifest · Escrow · PM Reward · Power</a:t>
            </a:r>
            <a:endParaRPr sz="850"/>
          </a:p>
        </p:txBody>
      </p:sp>
      <p:sp>
        <p:nvSpPr>
          <p:cNvPr id="670" name="Shape 668">
            <a:extLst xmlns:a="http://schemas.openxmlformats.org/drawingml/2006/main">
              <a:ext uri="{FF2B5EF4-FFF2-40B4-BE49-F238E27FC236}">
                <a16:creationId xmlns:a16="http://schemas.microsoft.com/office/drawing/2014/main" id="{ECFBB96F-A7C6-486B-8E0E-724A889D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1664208"/>
            <a:ext cx="2852928" cy="1152144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0160">
            <a:solidFill>
              <a:srgbClr val="34444A"/>
            </a:solidFill>
            <a:prstDash val="solid"/>
          </a:ln>
        </p:spPr>
      </p:sp>
      <p:sp>
        <p:nvSpPr>
          <p:cNvPr id="671" name="Shape 669">
            <a:extLst xmlns:a="http://schemas.openxmlformats.org/drawingml/2006/main">
              <a:ext uri="{FF2B5EF4-FFF2-40B4-BE49-F238E27FC236}">
                <a16:creationId xmlns:a16="http://schemas.microsoft.com/office/drawing/2014/main" id="{55FFBF22-6FAF-4C6E-AB1A-679D9521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1865376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223126"/>
          </a:solidFill>
          <a:ln xmlns:a="http://schemas.openxmlformats.org/drawingml/2006/main" w="12700">
            <a:solidFill>
              <a:srgbClr val="223126"/>
            </a:solidFill>
            <a:prstDash val="solid"/>
          </a:ln>
        </p:spPr>
      </p:sp>
      <p:sp>
        <p:nvSpPr>
          <p:cNvPr id="672" name="Text 670">
            <a:extLst xmlns:a="http://schemas.openxmlformats.org/drawingml/2006/main">
              <a:ext uri="{FF2B5EF4-FFF2-40B4-BE49-F238E27FC236}">
                <a16:creationId xmlns:a16="http://schemas.microsoft.com/office/drawing/2014/main" id="{2D0391E2-41BB-41DC-A27C-BF899B06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1952244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C4F35A"/>
                </a:solidFill>
                <a:latin typeface="Arial"/>
                <a:ea typeface="Arial"/>
                <a:cs typeface="Arial"/>
              </a:rPr>
              <a:t>D</a:t>
            </a:r>
            <a:endParaRPr sz="740"/>
          </a:p>
        </p:txBody>
      </p:sp>
      <p:sp>
        <p:nvSpPr>
          <p:cNvPr id="673" name="Text 671">
            <a:extLst xmlns:a="http://schemas.openxmlformats.org/drawingml/2006/main">
              <a:ext uri="{FF2B5EF4-FFF2-40B4-BE49-F238E27FC236}">
                <a16:creationId xmlns:a16="http://schemas.microsoft.com/office/drawing/2014/main" id="{1BD3BF61-66BF-4732-B6F5-59A0DD45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74520"/>
            <a:ext cx="19019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部署边界</a:t>
            </a:r>
            <a:endParaRPr sz="1300"/>
          </a:p>
        </p:txBody>
      </p:sp>
      <p:sp>
        <p:nvSpPr>
          <p:cNvPr id="674" name="Text 672">
            <a:extLst xmlns:a="http://schemas.openxmlformats.org/drawingml/2006/main">
              <a:ext uri="{FF2B5EF4-FFF2-40B4-BE49-F238E27FC236}">
                <a16:creationId xmlns:a16="http://schemas.microsoft.com/office/drawing/2014/main" id="{44E40FDE-8DE6-4224-9450-94D9668C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2304288"/>
            <a:ext cx="241401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Web：IPFS CID</a:t>
            </a:r>
            <a:endParaRPr sz="920"/>
          </a:p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API：PinMe Worker</a:t>
            </a:r>
            <a:endParaRPr sz="920"/>
          </a:p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数据：D1 Migrations</a:t>
            </a:r>
            <a:endParaRPr sz="920"/>
          </a:p>
        </p:txBody>
      </p:sp>
      <p:sp>
        <p:nvSpPr>
          <p:cNvPr id="675" name="Shape 673">
            <a:extLst xmlns:a="http://schemas.openxmlformats.org/drawingml/2006/main">
              <a:ext uri="{FF2B5EF4-FFF2-40B4-BE49-F238E27FC236}">
                <a16:creationId xmlns:a16="http://schemas.microsoft.com/office/drawing/2014/main" id="{39FCE302-0F10-4A3A-82AC-A1F8922A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3017520"/>
            <a:ext cx="2852928" cy="1152144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0160">
            <a:solidFill>
              <a:srgbClr val="34444A"/>
            </a:solidFill>
            <a:prstDash val="solid"/>
          </a:ln>
        </p:spPr>
      </p:sp>
      <p:sp>
        <p:nvSpPr>
          <p:cNvPr id="676" name="Shape 674">
            <a:extLst xmlns:a="http://schemas.openxmlformats.org/drawingml/2006/main">
              <a:ext uri="{FF2B5EF4-FFF2-40B4-BE49-F238E27FC236}">
                <a16:creationId xmlns:a16="http://schemas.microsoft.com/office/drawing/2014/main" id="{A6AD429A-08CF-4EA7-AB67-80B0B1A3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3218688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9333A"/>
          </a:solidFill>
          <a:ln xmlns:a="http://schemas.openxmlformats.org/drawingml/2006/main" w="12700">
            <a:solidFill>
              <a:srgbClr val="19333A"/>
            </a:solidFill>
            <a:prstDash val="solid"/>
          </a:ln>
        </p:spPr>
      </p:sp>
      <p:sp>
        <p:nvSpPr>
          <p:cNvPr id="677" name="Text 675">
            <a:extLst xmlns:a="http://schemas.openxmlformats.org/drawingml/2006/main">
              <a:ext uri="{FF2B5EF4-FFF2-40B4-BE49-F238E27FC236}">
                <a16:creationId xmlns:a16="http://schemas.microsoft.com/office/drawing/2014/main" id="{A08F1C3E-2E37-41B9-9DFA-0C852832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3305556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39D7E7"/>
                </a:solidFill>
                <a:latin typeface="Arial"/>
                <a:ea typeface="Arial"/>
                <a:cs typeface="Arial"/>
              </a:rPr>
              <a:t>S</a:t>
            </a:r>
            <a:endParaRPr sz="740"/>
          </a:p>
        </p:txBody>
      </p:sp>
      <p:sp>
        <p:nvSpPr>
          <p:cNvPr id="678" name="Text 676">
            <a:extLst xmlns:a="http://schemas.openxmlformats.org/drawingml/2006/main">
              <a:ext uri="{FF2B5EF4-FFF2-40B4-BE49-F238E27FC236}">
                <a16:creationId xmlns:a16="http://schemas.microsoft.com/office/drawing/2014/main" id="{513EAE14-3B44-456D-97C9-E0D42B55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27832"/>
            <a:ext cx="19019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密钥边界</a:t>
            </a:r>
            <a:endParaRPr sz="1300"/>
          </a:p>
        </p:txBody>
      </p:sp>
      <p:sp>
        <p:nvSpPr>
          <p:cNvPr id="679" name="Text 677">
            <a:extLst xmlns:a="http://schemas.openxmlformats.org/drawingml/2006/main">
              <a:ext uri="{FF2B5EF4-FFF2-40B4-BE49-F238E27FC236}">
                <a16:creationId xmlns:a16="http://schemas.microsoft.com/office/drawing/2014/main" id="{BA50697B-888D-46A1-800E-B68CBB43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3657600"/>
            <a:ext cx="241401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用户 PinMe AppKey 在 D1 加密；仅 Worker 解密并上传，前端永不接触。</a:t>
            </a:r>
            <a:endParaRPr sz="920"/>
          </a:p>
        </p:txBody>
      </p:sp>
      <p:sp>
        <p:nvSpPr>
          <p:cNvPr id="680" name="Shape 678">
            <a:extLst xmlns:a="http://schemas.openxmlformats.org/drawingml/2006/main">
              <a:ext uri="{FF2B5EF4-FFF2-40B4-BE49-F238E27FC236}">
                <a16:creationId xmlns:a16="http://schemas.microsoft.com/office/drawing/2014/main" id="{7B20282F-CAF6-4406-8BE4-8893775B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4370832"/>
            <a:ext cx="2852928" cy="1152144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0160">
            <a:solidFill>
              <a:srgbClr val="34444A"/>
            </a:solidFill>
            <a:prstDash val="solid"/>
          </a:ln>
        </p:spPr>
      </p:sp>
      <p:sp>
        <p:nvSpPr>
          <p:cNvPr id="681" name="Shape 679">
            <a:extLst xmlns:a="http://schemas.openxmlformats.org/drawingml/2006/main">
              <a:ext uri="{FF2B5EF4-FFF2-40B4-BE49-F238E27FC236}">
                <a16:creationId xmlns:a16="http://schemas.microsoft.com/office/drawing/2014/main" id="{B906F60E-5211-42B8-8AB6-4CC5C174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4572000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3A2D19"/>
          </a:solidFill>
          <a:ln xmlns:a="http://schemas.openxmlformats.org/drawingml/2006/main" w="12700">
            <a:solidFill>
              <a:srgbClr val="3A2D19"/>
            </a:solidFill>
            <a:prstDash val="solid"/>
          </a:ln>
        </p:spPr>
      </p:sp>
      <p:sp>
        <p:nvSpPr>
          <p:cNvPr id="682" name="Text 680">
            <a:extLst xmlns:a="http://schemas.openxmlformats.org/drawingml/2006/main">
              <a:ext uri="{FF2B5EF4-FFF2-40B4-BE49-F238E27FC236}">
                <a16:creationId xmlns:a16="http://schemas.microsoft.com/office/drawing/2014/main" id="{E5F05B63-6C92-4009-9521-655B5604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4658868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F3BC52"/>
                </a:solidFill>
                <a:latin typeface="Arial"/>
                <a:ea typeface="Arial"/>
                <a:cs typeface="Arial"/>
              </a:rPr>
              <a:t>F</a:t>
            </a:r>
            <a:endParaRPr sz="740"/>
          </a:p>
        </p:txBody>
      </p:sp>
      <p:sp>
        <p:nvSpPr>
          <p:cNvPr id="683" name="Text 681">
            <a:extLst xmlns:a="http://schemas.openxmlformats.org/drawingml/2006/main">
              <a:ext uri="{FF2B5EF4-FFF2-40B4-BE49-F238E27FC236}">
                <a16:creationId xmlns:a16="http://schemas.microsoft.com/office/drawing/2014/main" id="{2D87DEA1-9095-435E-B91A-B6BD891E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581144"/>
            <a:ext cx="19019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失败边界</a:t>
            </a:r>
            <a:endParaRPr sz="1300"/>
          </a:p>
        </p:txBody>
      </p:sp>
      <p:sp>
        <p:nvSpPr>
          <p:cNvPr id="684" name="Text 682">
            <a:extLst xmlns:a="http://schemas.openxmlformats.org/drawingml/2006/main">
              <a:ext uri="{FF2B5EF4-FFF2-40B4-BE49-F238E27FC236}">
                <a16:creationId xmlns:a16="http://schemas.microsoft.com/office/drawing/2014/main" id="{FDBB7C1C-0A10-4A68-8D23-26CF0780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5010912"/>
            <a:ext cx="241401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LLM 输出不合法即失败/重试；兜底 JSON 不作为交付物。</a:t>
            </a:r>
            <a:endParaRPr sz="920"/>
          </a:p>
        </p:txBody>
      </p:sp>
      <p:sp>
        <p:nvSpPr>
          <p:cNvPr id="685" name="Text 683">
            <a:extLst xmlns:a="http://schemas.openxmlformats.org/drawingml/2006/main">
              <a:ext uri="{FF2B5EF4-FFF2-40B4-BE49-F238E27FC236}">
                <a16:creationId xmlns:a16="http://schemas.microsoft.com/office/drawing/2014/main" id="{26ECA5F8-DF22-43D9-9116-1622F851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28816"/>
            <a:ext cx="4754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spc="150">
                <a:solidFill>
                  <a:srgbClr val="9AA7AD"/>
                </a:solidFill>
                <a:latin typeface="Arial"/>
                <a:ea typeface="Arial"/>
                <a:cs typeface="Arial"/>
              </a:rPr>
              <a:t>pinme-mesh · PRODUCT DEMO · 2026-08-30</a:t>
            </a:r>
            <a:endParaRPr sz="670"/>
          </a:p>
        </p:txBody>
      </p:sp>
      <p:sp>
        <p:nvSpPr>
          <p:cNvPr id="686" name="Text 684">
            <a:extLst xmlns:a="http://schemas.openxmlformats.org/drawingml/2006/main">
              <a:ext uri="{FF2B5EF4-FFF2-40B4-BE49-F238E27FC236}">
                <a16:creationId xmlns:a16="http://schemas.microsoft.com/office/drawing/2014/main" id="{A399D4B1-A97C-4E7A-848D-5B0441A8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92240"/>
            <a:ext cx="3291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C4F35A"/>
                </a:solidFill>
                <a:latin typeface="Arial"/>
                <a:ea typeface="Arial"/>
                <a:cs typeface="Arial"/>
              </a:rPr>
              <a:t>04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4162796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26808E2-A008-4AE9-8818-4EE55CFA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 spc="210">
                <a:solidFill>
                  <a:srgbClr val="08AAC4"/>
                </a:solidFill>
                <a:latin typeface="Arial"/>
                <a:ea typeface="Arial"/>
                <a:cs typeface="Arial"/>
              </a:rPr>
              <a:t>04 / AGENT MARKET</a:t>
            </a:r>
            <a:endParaRPr sz="7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9ACEB64-7490-40EB-BBEB-AA25472C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49224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市场展示的是可验证能力，不只是模型名称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5951FAC-7EF7-4A2F-AA91-158123CD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088136"/>
            <a:ext cx="10698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Trial、Endpoint 健康、履约结果与结构化反馈都有明确数据来源。</a:t>
            </a:r>
            <a:endParaRPr sz="10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A1CA5CD-8348-493E-BFF3-3FD6CF8C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08760"/>
            <a:ext cx="7004304" cy="4379976"/>
          </a:xfrm>
          <a:prstGeom xmlns:a="http://schemas.openxmlformats.org/drawingml/2006/main" prst="roundRect">
            <a:avLst>
              <a:gd name="adj" fmla="val 20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FDA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1000"/>
              </a:srgbClr>
            </a:outerShdw>
          </a:effectLst>
        </p:spPr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f99ee8cbc049b6"/>
          <a:srcRect xmlns:a="http://schemas.openxmlformats.org/drawingml/2006/main" l="5000" t="0" r="5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40080" y="1581912"/>
            <a:ext cx="6858000" cy="4288536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FC1145E6-676C-486B-9CBE-C7BECF7D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1508760"/>
            <a:ext cx="3639312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CFE3E6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4AF0743A-0993-487F-B3EA-07797828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709928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7F8FB"/>
          </a:solidFill>
          <a:ln xmlns:a="http://schemas.openxmlformats.org/drawingml/2006/main" w="12700">
            <a:solidFill>
              <a:srgbClr val="E7F8FB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7BF35B5-7056-4365-9F99-1E773D80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796796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08AAC4"/>
                </a:solidFill>
                <a:latin typeface="Arial"/>
                <a:ea typeface="Arial"/>
                <a:cs typeface="Arial"/>
              </a:rPr>
              <a:t>01</a:t>
            </a:r>
            <a:endParaRPr sz="74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6F10016-DA53-4BB9-9ACE-8455BAE1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1719072"/>
            <a:ext cx="268833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真实 Trial</a:t>
            </a:r>
            <a:endParaRPr sz="13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060D775-15ED-40E5-B528-4E22A9A1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2167128"/>
            <a:ext cx="320040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随机挑战验证 Endpoint 协议、响应结构、时延与稳定性。</a:t>
            </a:r>
            <a:endParaRPr sz="92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788A4653-6267-42E8-AEB9-F20C4C88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2816352"/>
            <a:ext cx="3639312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AE6B7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21072EE0-53A6-47B1-BBFB-B9B6538F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017520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1FAD8"/>
          </a:solidFill>
          <a:ln xmlns:a="http://schemas.openxmlformats.org/drawingml/2006/main" w="12700">
            <a:solidFill>
              <a:srgbClr val="F1FAD8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0C4F371D-83BC-40E8-A166-A2C5428D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104388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02</a:t>
            </a:r>
            <a:endParaRPr sz="74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F71940A7-C1DB-4FCA-98E0-C21FEFCC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3026664"/>
            <a:ext cx="268833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履约信誉</a:t>
            </a:r>
            <a:endParaRPr sz="13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523B1B9-2915-44B1-AB51-ED8CB3B1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3474720"/>
            <a:ext cx="320040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首次有效 done / failed 进入统计，重放和迟到终态不重复计数。</a:t>
            </a:r>
            <a:endParaRPr sz="92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B70FCC7C-B9E1-4F16-BB5E-3C3C46DD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4123944"/>
            <a:ext cx="3639312" cy="1143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CD8B2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1934A09F-8B33-4339-AFB2-4AA77ACE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325112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BF2DF"/>
          </a:solidFill>
          <a:ln xmlns:a="http://schemas.openxmlformats.org/drawingml/2006/main" w="12700">
            <a:solidFill>
              <a:srgbClr val="FBF2DF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624305E1-47A6-4419-B0D7-9198746E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411980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D99A2B"/>
                </a:solidFill>
                <a:latin typeface="Arial"/>
                <a:ea typeface="Arial"/>
                <a:cs typeface="Arial"/>
              </a:rPr>
              <a:t>03</a:t>
            </a:r>
            <a:endParaRPr sz="74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A29BA9A-C7C9-4247-8F7B-95D1843C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4334256"/>
            <a:ext cx="268833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质量门禁</a:t>
            </a:r>
            <a:endParaRPr sz="13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D99A8E52-7FA5-4672-B5CF-2B211CD2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4782312"/>
            <a:ext cx="320040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支持 shadow 与 enforce、风险事件、管理员校正和可审计状态。</a:t>
            </a:r>
            <a:endParaRPr sz="92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B3754D1B-253D-4565-BFCF-089EE4A3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5440680"/>
            <a:ext cx="3639312" cy="448056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101318"/>
          </a:solidFill>
          <a:ln xmlns:a="http://schemas.openxmlformats.org/drawingml/2006/main" w="12700">
            <a:solidFill>
              <a:srgbClr val="101318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2D0B8A70-6C6A-4119-A135-85D285E9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5596128"/>
            <a:ext cx="32918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C4F35A"/>
                </a:solidFill>
                <a:latin typeface="Arial Unicode MS"/>
                <a:ea typeface="Arial Unicode MS"/>
                <a:cs typeface="Arial Unicode MS"/>
              </a:rPr>
              <a:t>不伪造可用率 · 无数据就显示 0 / 未检查</a:t>
            </a:r>
            <a:endParaRPr sz="82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A622449-03CC-48C8-86F2-98674E84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28816"/>
            <a:ext cx="4754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spc="150">
                <a:solidFill>
                  <a:srgbClr val="7C888D"/>
                </a:solidFill>
                <a:latin typeface="Arial"/>
                <a:ea typeface="Arial"/>
                <a:cs typeface="Arial"/>
              </a:rPr>
              <a:t>pinme-mesh · PRODUCT DEMO · 2026-08-30</a:t>
            </a:r>
            <a:endParaRPr sz="67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C77211DB-7F99-49D0-8F00-A28E03FC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92240"/>
            <a:ext cx="3291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08AAC4"/>
                </a:solidFill>
                <a:latin typeface="Arial"/>
                <a:ea typeface="Arial"/>
                <a:cs typeface="Arial"/>
              </a:rPr>
              <a:t>05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17184890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79C8A8F-59B0-4C15-8063-FFE50364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 spc="210">
                <a:solidFill>
                  <a:srgbClr val="08AAC4"/>
                </a:solidFill>
                <a:latin typeface="Arial"/>
                <a:ea typeface="Arial"/>
                <a:cs typeface="Arial"/>
              </a:rPr>
              <a:t>05 / 3D DIGITAL TWIN</a:t>
            </a:r>
            <a:endParaRPr sz="7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54E20DB-4174-404A-B38D-C2060E0D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49224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Agent 像员工一样工作，而不是一排静态卡片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E45F106-CE64-4A79-B398-91A76B52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088136"/>
            <a:ext cx="10698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把真实任务与质量状态映射成可交互的空间行为。</a:t>
            </a:r>
            <a:endParaRPr sz="10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7E65374-9477-4D1B-AAFB-52A69F01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90472"/>
            <a:ext cx="7370064" cy="461772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4F7F2"/>
          </a:solidFill>
          <a:ln xmlns:a="http://schemas.openxmlformats.org/drawingml/2006/main" w="12700">
            <a:solidFill>
              <a:srgbClr val="D8DFDA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pic>
        <p:nvPicPr>
          <p:cNvPr id="3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477fed1c424e9f"/>
          <a:srcRect xmlns:a="http://schemas.openxmlformats.org/drawingml/2006/main" l="15400" t="16500" r="14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40080" y="1563624"/>
            <a:ext cx="7223760" cy="453542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59921B40-954B-44C9-8EA5-0F60A049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1572768"/>
            <a:ext cx="3246120" cy="64008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7F8FB"/>
          </a:solidFill>
          <a:ln xmlns:a="http://schemas.openxmlformats.org/drawingml/2006/main" w="10160">
            <a:solidFill>
              <a:srgbClr val="08AAC4">
                <a:alpha val="45000"/>
              </a:srgbClr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43535895-C3BA-487C-A19B-26705BFF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1773936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/>
          </a:solidFill>
          <a:ln xmlns:a="http://schemas.openxmlformats.org/drawingml/2006/main" w="12700">
            <a:solidFill>
              <a:srgbClr val="08AAC4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1150C9D-73A0-47AD-9CB0-F8E15F48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1709928"/>
            <a:ext cx="87782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执行中</a:t>
            </a:r>
            <a:endParaRPr sz="10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343EA900-5A75-4466-828F-156D36BC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728216"/>
            <a:ext cx="1600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工位操作 / 任务进度</a:t>
            </a:r>
            <a:endParaRPr sz="81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F97A462-D68E-48B6-98DE-A3744BBF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2377440"/>
            <a:ext cx="3246120" cy="64008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BF2DF"/>
          </a:solidFill>
          <a:ln xmlns:a="http://schemas.openxmlformats.org/drawingml/2006/main" w="10160">
            <a:solidFill>
              <a:srgbClr val="D99A2B">
                <a:alpha val="45000"/>
              </a:srgbClr>
            </a:solidFill>
            <a:prstDash val="solid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DC841B8-BE65-4FCD-A4A6-7E07E338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2578608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A2B"/>
          </a:solidFill>
          <a:ln xmlns:a="http://schemas.openxmlformats.org/drawingml/2006/main" w="12700">
            <a:solidFill>
              <a:srgbClr val="D99A2B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57456DA-6226-45CE-9678-6B62888A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514600"/>
            <a:ext cx="87782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等待接单</a:t>
            </a:r>
            <a:endParaRPr sz="105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1B87EF7-54D4-417B-84A2-CA4D0B42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2532888"/>
            <a:ext cx="1600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任务台讲解 / 邀请状态</a:t>
            </a:r>
            <a:endParaRPr sz="81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FD3620D6-3573-4328-93BE-9BAE24EF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3182112"/>
            <a:ext cx="3246120" cy="64008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1FAD8"/>
          </a:solidFill>
          <a:ln xmlns:a="http://schemas.openxmlformats.org/drawingml/2006/main" w="10160">
            <a:solidFill>
              <a:srgbClr val="C4F35A">
                <a:alpha val="45000"/>
              </a:srgbClr>
            </a:solidFill>
            <a:prstDash val="solid"/>
          </a:ln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6B2AE1D0-6C79-4FF0-99B1-DA33A5A6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3383280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/>
          </a:solidFill>
          <a:ln xmlns:a="http://schemas.openxmlformats.org/drawingml/2006/main" w="12700">
            <a:solidFill>
              <a:srgbClr val="C4F35A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313B4F01-A0AA-4BD8-B5B7-20B7CA0B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319272"/>
            <a:ext cx="87782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在线待命</a:t>
            </a:r>
            <a:endParaRPr sz="10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5B3A7213-7CAC-4BDE-AFF5-15A918C5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3337560"/>
            <a:ext cx="1600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休息区 / 挥手</a:t>
            </a:r>
            <a:endParaRPr sz="81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C75DDD07-52EB-4C65-A39D-99D3341A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3986784"/>
            <a:ext cx="3246120" cy="64008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7F8FB"/>
          </a:solidFill>
          <a:ln xmlns:a="http://schemas.openxmlformats.org/drawingml/2006/main" w="10160">
            <a:solidFill>
              <a:srgbClr val="08AAC4">
                <a:alpha val="45000"/>
              </a:srgbClr>
            </a:solidFill>
            <a:prstDash val="solid"/>
          </a:ln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52FF6B61-158B-4692-9F84-0B5FE48E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4187952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/>
          </a:solidFill>
          <a:ln xmlns:a="http://schemas.openxmlformats.org/drawingml/2006/main" w="12700">
            <a:solidFill>
              <a:srgbClr val="08AAC4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D0C9C011-45E5-4406-ADBB-FF783584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4123944"/>
            <a:ext cx="87782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试炼中</a:t>
            </a:r>
            <a:endParaRPr sz="105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E6BE740-A9A1-4422-9EBB-0535626B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4142232"/>
            <a:ext cx="1600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训练区 / 挑战动作</a:t>
            </a:r>
            <a:endParaRPr sz="81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A0912320-66AC-40F1-B2B7-A2260343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4791456"/>
            <a:ext cx="3246120" cy="64008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BEAEA"/>
          </a:solidFill>
          <a:ln xmlns:a="http://schemas.openxmlformats.org/drawingml/2006/main" w="10160">
            <a:solidFill>
              <a:srgbClr val="D94F4F">
                <a:alpha val="45000"/>
              </a:srgbClr>
            </a:solidFill>
            <a:prstDash val="solid"/>
          </a:ln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981E0AC0-0B99-4558-8976-73BF95FB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4992624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F4F"/>
          </a:solidFill>
          <a:ln xmlns:a="http://schemas.openxmlformats.org/drawingml/2006/main" w="12700">
            <a:solidFill>
              <a:srgbClr val="D94F4F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A27CEF26-09F7-4FEE-8639-8ECFA454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4928616"/>
            <a:ext cx="87782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需要检查</a:t>
            </a:r>
            <a:endParaRPr sz="105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6662DDD4-1A49-4CC5-A3A6-F2521D25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4946904"/>
            <a:ext cx="1600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维修区 / 检修道具</a:t>
            </a:r>
            <a:endParaRPr sz="81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5CBBCEB5-5D1E-4D1A-BF2C-B91F85D0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5596128"/>
            <a:ext cx="3246120" cy="512064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101318"/>
          </a:solidFill>
          <a:ln xmlns:a="http://schemas.openxmlformats.org/drawingml/2006/main" w="12700">
            <a:solidFill>
              <a:srgbClr val="101318"/>
            </a:solidFill>
            <a:prstDash val="solid"/>
          </a:ln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D336B179-3D00-49ED-837F-64F9A30F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5769864"/>
            <a:ext cx="28803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90" b="1">
                <a:solidFill>
                  <a:srgbClr val="C4F35A"/>
                </a:solidFill>
                <a:latin typeface="Arial Unicode MS"/>
                <a:ea typeface="Arial Unicode MS"/>
                <a:cs typeface="Arial Unicode MS"/>
              </a:rPr>
              <a:t>角色选择 · 镜头聚焦 · 自动巡航 · WebGL 降级</a:t>
            </a:r>
            <a:endParaRPr sz="79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679C6CB9-4747-4712-854C-59117015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28816"/>
            <a:ext cx="4754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spc="150">
                <a:solidFill>
                  <a:srgbClr val="7C888D"/>
                </a:solidFill>
                <a:latin typeface="Arial"/>
                <a:ea typeface="Arial"/>
                <a:cs typeface="Arial"/>
              </a:rPr>
              <a:t>pinme-mesh · PRODUCT DEMO · 2026-08-30</a:t>
            </a:r>
            <a:endParaRPr sz="67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CA4375ED-F39D-47CB-A516-1FDF5DEA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92240"/>
            <a:ext cx="3291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08AAC4"/>
                </a:solidFill>
                <a:latin typeface="Arial"/>
                <a:ea typeface="Arial"/>
                <a:cs typeface="Arial"/>
              </a:rPr>
              <a:t>06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13070938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00250FF-975A-4897-BC6F-93649B5F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C26105A-25E1-479F-B67D-374C484B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B2AB88B-8128-4A79-A52A-896556CE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802DE32-914F-48A1-B4AA-2396D56D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E58A302-3E3A-42F6-ADA5-EB53320F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6E9B454-F400-401A-825E-8FB450E5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88F0CDA-8111-4E3E-AD16-998804AB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01AAF27-FFCD-48C1-B0F1-E4FCF7EC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340EFA0-6163-44A4-9D14-F36E6AB1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D10E19A-610B-48B1-B285-BFCA99EC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F43E015-3FAC-4501-933F-EC189543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2CCD22F-E3C8-45E3-902C-24C8E2EE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A8543D8-C1F8-462A-8A02-30931BFC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4D615B35-E554-45A3-9060-3B3CFB5F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DC11A99-C50E-4B07-94C5-277D005F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066CA4A-C2FC-4436-BA27-F5E2842F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977C7401-5954-4060-A2FA-000056B6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AD63554-74A7-4089-A2ED-F1C074CA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E3CF432-4E23-45B3-8769-B98EED3C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D808B0E-2068-4508-BBCC-F7F34AC1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3626761-AC55-49C0-923A-3E792E88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8EC7E50E-FF1C-454E-9033-8A28AB92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EB07ABBC-0DD6-4F27-A55B-C7029022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0613BE1E-70CF-4E57-9A5E-A6D906FC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E06515F6-D306-4533-888A-E5C9ABAC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813024BC-99BE-4636-9B0B-AC77500A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872E51C3-1734-4745-92AB-BCF83AA2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91393772-0944-4108-A095-75D9B4D9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3BFFF52A-B60C-479A-B7B8-1A6F291C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A4FD3C9A-CAED-47F2-B83A-DD68F9E9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01BF0902-EF7A-4F5B-8048-08D94DD6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2E54295D-CB6A-46C0-A035-CD637DDB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C01F2200-8996-4BBC-8FEF-9A59DA33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3DA8D343-F419-45F7-8F75-4D71FF4F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12C9CB9F-E5F5-4A11-8527-8219C0DD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877568C-CD31-4DDE-80FC-ECFADB98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C5E4FE05-4703-4579-918B-0C536502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D72A201-885A-4D67-8068-ADFFA1CE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41D65C89-1742-4A87-8772-FDB99FA6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46EAE502-FE2A-468F-AC99-8508BA67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60EBCD61-3A03-4534-9789-8853C224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D8B67752-5563-411F-BC7D-21CCA38A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D507558E-9311-4039-86CB-EE5C4608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336838C7-3F4E-4D11-9063-A0833F03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8F35B80A-C4A7-4147-A1A0-D84F0A30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973B010D-D30D-4734-B545-BB75F602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25DCB9B3-C56E-4420-9872-5D810359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EFE7D20A-A49F-44C8-9FD5-52320086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8A1B9511-248A-4830-B6CE-56B19E95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8F7BA9EF-7AB9-48EA-9195-A9161032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3D909BB0-93AE-4E0C-8E05-216FB03D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A925953D-D2F1-41EC-B277-7DBEEE0D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3ED24600-8E43-40DA-8417-6607701E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6005EAA2-6F8E-4287-88E0-7FDAFF32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47A6A712-84F1-46B5-9D6D-94B5BD01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A3E4397A-57A8-4CE6-9DB9-1299921C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DC91A0B1-7C3C-4F22-86D5-380512F0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A791EF2D-AD2D-4AD0-A986-C5AEC3C5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E117ABEF-DE17-4D45-BEA5-94554726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4642628C-370F-4FCE-8DDB-13453CBB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" name="Shape 60">
            <a:extLst xmlns:a="http://schemas.openxmlformats.org/drawingml/2006/main">
              <a:ext uri="{FF2B5EF4-FFF2-40B4-BE49-F238E27FC236}">
                <a16:creationId xmlns:a16="http://schemas.microsoft.com/office/drawing/2014/main" id="{1D31F69F-A401-482B-9C91-E6792380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2459F134-70D0-49A1-9273-992B301E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" name="Shape 62">
            <a:extLst xmlns:a="http://schemas.openxmlformats.org/drawingml/2006/main">
              <a:ext uri="{FF2B5EF4-FFF2-40B4-BE49-F238E27FC236}">
                <a16:creationId xmlns:a16="http://schemas.microsoft.com/office/drawing/2014/main" id="{0CD5F8B3-B015-4EA7-BF8E-0AD3443F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5" name="Shape 63">
            <a:extLst xmlns:a="http://schemas.openxmlformats.org/drawingml/2006/main">
              <a:ext uri="{FF2B5EF4-FFF2-40B4-BE49-F238E27FC236}">
                <a16:creationId xmlns:a16="http://schemas.microsoft.com/office/drawing/2014/main" id="{2CA3304B-3742-4391-9CD7-7E3172E8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6" name="Shape 64">
            <a:extLst xmlns:a="http://schemas.openxmlformats.org/drawingml/2006/main">
              <a:ext uri="{FF2B5EF4-FFF2-40B4-BE49-F238E27FC236}">
                <a16:creationId xmlns:a16="http://schemas.microsoft.com/office/drawing/2014/main" id="{594AB4E8-189D-434D-AA20-28AF5DD7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7" name="Shape 65">
            <a:extLst xmlns:a="http://schemas.openxmlformats.org/drawingml/2006/main">
              <a:ext uri="{FF2B5EF4-FFF2-40B4-BE49-F238E27FC236}">
                <a16:creationId xmlns:a16="http://schemas.microsoft.com/office/drawing/2014/main" id="{B580D690-4C21-48AB-8769-CE5CF548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8" name="Shape 66">
            <a:extLst xmlns:a="http://schemas.openxmlformats.org/drawingml/2006/main">
              <a:ext uri="{FF2B5EF4-FFF2-40B4-BE49-F238E27FC236}">
                <a16:creationId xmlns:a16="http://schemas.microsoft.com/office/drawing/2014/main" id="{172D0949-72A2-41D7-B5D6-73C95AD0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9" name="Shape 67">
            <a:extLst xmlns:a="http://schemas.openxmlformats.org/drawingml/2006/main">
              <a:ext uri="{FF2B5EF4-FFF2-40B4-BE49-F238E27FC236}">
                <a16:creationId xmlns:a16="http://schemas.microsoft.com/office/drawing/2014/main" id="{6E5C0426-88B8-4559-A7FC-E97369CF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0" name="Shape 68">
            <a:extLst xmlns:a="http://schemas.openxmlformats.org/drawingml/2006/main">
              <a:ext uri="{FF2B5EF4-FFF2-40B4-BE49-F238E27FC236}">
                <a16:creationId xmlns:a16="http://schemas.microsoft.com/office/drawing/2014/main" id="{E99406EA-A5B6-485D-B614-D81B7ABC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1" name="Shape 69">
            <a:extLst xmlns:a="http://schemas.openxmlformats.org/drawingml/2006/main">
              <a:ext uri="{FF2B5EF4-FFF2-40B4-BE49-F238E27FC236}">
                <a16:creationId xmlns:a16="http://schemas.microsoft.com/office/drawing/2014/main" id="{4557A542-83EE-4DAF-BEB5-B619FC11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2" name="Shape 70">
            <a:extLst xmlns:a="http://schemas.openxmlformats.org/drawingml/2006/main">
              <a:ext uri="{FF2B5EF4-FFF2-40B4-BE49-F238E27FC236}">
                <a16:creationId xmlns:a16="http://schemas.microsoft.com/office/drawing/2014/main" id="{A66D96A7-EB1F-442B-A78A-62EFE3C4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3" name="Shape 71">
            <a:extLst xmlns:a="http://schemas.openxmlformats.org/drawingml/2006/main">
              <a:ext uri="{FF2B5EF4-FFF2-40B4-BE49-F238E27FC236}">
                <a16:creationId xmlns:a16="http://schemas.microsoft.com/office/drawing/2014/main" id="{E324A590-D41E-4B5A-824C-195E5144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4" name="Shape 72">
            <a:extLst xmlns:a="http://schemas.openxmlformats.org/drawingml/2006/main">
              <a:ext uri="{FF2B5EF4-FFF2-40B4-BE49-F238E27FC236}">
                <a16:creationId xmlns:a16="http://schemas.microsoft.com/office/drawing/2014/main" id="{ECCFC9DD-F326-4244-9E8A-B45A049D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5" name="Shape 73">
            <a:extLst xmlns:a="http://schemas.openxmlformats.org/drawingml/2006/main">
              <a:ext uri="{FF2B5EF4-FFF2-40B4-BE49-F238E27FC236}">
                <a16:creationId xmlns:a16="http://schemas.microsoft.com/office/drawing/2014/main" id="{D1ECA3DA-E134-4C56-99F2-54B9259B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6" name="Shape 74">
            <a:extLst xmlns:a="http://schemas.openxmlformats.org/drawingml/2006/main">
              <a:ext uri="{FF2B5EF4-FFF2-40B4-BE49-F238E27FC236}">
                <a16:creationId xmlns:a16="http://schemas.microsoft.com/office/drawing/2014/main" id="{85A832CD-8BFB-4F4F-8E46-BD7183EE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7" name="Shape 75">
            <a:extLst xmlns:a="http://schemas.openxmlformats.org/drawingml/2006/main">
              <a:ext uri="{FF2B5EF4-FFF2-40B4-BE49-F238E27FC236}">
                <a16:creationId xmlns:a16="http://schemas.microsoft.com/office/drawing/2014/main" id="{5A47A770-3823-4BED-A735-A4F1C0AE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8" name="Shape 76">
            <a:extLst xmlns:a="http://schemas.openxmlformats.org/drawingml/2006/main">
              <a:ext uri="{FF2B5EF4-FFF2-40B4-BE49-F238E27FC236}">
                <a16:creationId xmlns:a16="http://schemas.microsoft.com/office/drawing/2014/main" id="{5EE2C994-F519-4704-8FFC-9EBC67B3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79" name="Shape 77">
            <a:extLst xmlns:a="http://schemas.openxmlformats.org/drawingml/2006/main">
              <a:ext uri="{FF2B5EF4-FFF2-40B4-BE49-F238E27FC236}">
                <a16:creationId xmlns:a16="http://schemas.microsoft.com/office/drawing/2014/main" id="{5F814946-23F4-4ABA-A34E-05740283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0" name="Shape 78">
            <a:extLst xmlns:a="http://schemas.openxmlformats.org/drawingml/2006/main">
              <a:ext uri="{FF2B5EF4-FFF2-40B4-BE49-F238E27FC236}">
                <a16:creationId xmlns:a16="http://schemas.microsoft.com/office/drawing/2014/main" id="{1EDF4574-5151-4F23-86F5-13113CBB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1" name="Shape 79">
            <a:extLst xmlns:a="http://schemas.openxmlformats.org/drawingml/2006/main">
              <a:ext uri="{FF2B5EF4-FFF2-40B4-BE49-F238E27FC236}">
                <a16:creationId xmlns:a16="http://schemas.microsoft.com/office/drawing/2014/main" id="{6DDF1DD5-AD1E-4997-8154-96977428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2" name="Shape 80">
            <a:extLst xmlns:a="http://schemas.openxmlformats.org/drawingml/2006/main">
              <a:ext uri="{FF2B5EF4-FFF2-40B4-BE49-F238E27FC236}">
                <a16:creationId xmlns:a16="http://schemas.microsoft.com/office/drawing/2014/main" id="{A70B73DC-9EAD-44DE-8521-C19FE4F1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3" name="Shape 81">
            <a:extLst xmlns:a="http://schemas.openxmlformats.org/drawingml/2006/main">
              <a:ext uri="{FF2B5EF4-FFF2-40B4-BE49-F238E27FC236}">
                <a16:creationId xmlns:a16="http://schemas.microsoft.com/office/drawing/2014/main" id="{518F0DBB-70D7-4790-A0CB-FF5A2089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4" name="Shape 82">
            <a:extLst xmlns:a="http://schemas.openxmlformats.org/drawingml/2006/main">
              <a:ext uri="{FF2B5EF4-FFF2-40B4-BE49-F238E27FC236}">
                <a16:creationId xmlns:a16="http://schemas.microsoft.com/office/drawing/2014/main" id="{B555EC18-B33D-4609-AD73-53EA51BD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5" name="Shape 83">
            <a:extLst xmlns:a="http://schemas.openxmlformats.org/drawingml/2006/main">
              <a:ext uri="{FF2B5EF4-FFF2-40B4-BE49-F238E27FC236}">
                <a16:creationId xmlns:a16="http://schemas.microsoft.com/office/drawing/2014/main" id="{A9D4EBBB-ACFC-43FE-9C76-4B3B3195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6" name="Shape 84">
            <a:extLst xmlns:a="http://schemas.openxmlformats.org/drawingml/2006/main">
              <a:ext uri="{FF2B5EF4-FFF2-40B4-BE49-F238E27FC236}">
                <a16:creationId xmlns:a16="http://schemas.microsoft.com/office/drawing/2014/main" id="{9919059E-40D3-4699-ABAC-3C61C3F2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7" name="Shape 85">
            <a:extLst xmlns:a="http://schemas.openxmlformats.org/drawingml/2006/main">
              <a:ext uri="{FF2B5EF4-FFF2-40B4-BE49-F238E27FC236}">
                <a16:creationId xmlns:a16="http://schemas.microsoft.com/office/drawing/2014/main" id="{63FD69DE-F555-494D-8245-1FD13FA8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8" name="Shape 86">
            <a:extLst xmlns:a="http://schemas.openxmlformats.org/drawingml/2006/main">
              <a:ext uri="{FF2B5EF4-FFF2-40B4-BE49-F238E27FC236}">
                <a16:creationId xmlns:a16="http://schemas.microsoft.com/office/drawing/2014/main" id="{C0C7F137-D8D9-42D0-88EC-9AB73949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89" name="Shape 87">
            <a:extLst xmlns:a="http://schemas.openxmlformats.org/drawingml/2006/main">
              <a:ext uri="{FF2B5EF4-FFF2-40B4-BE49-F238E27FC236}">
                <a16:creationId xmlns:a16="http://schemas.microsoft.com/office/drawing/2014/main" id="{9E2F0229-641D-4FA4-9114-8E373FB5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0" name="Shape 88">
            <a:extLst xmlns:a="http://schemas.openxmlformats.org/drawingml/2006/main">
              <a:ext uri="{FF2B5EF4-FFF2-40B4-BE49-F238E27FC236}">
                <a16:creationId xmlns:a16="http://schemas.microsoft.com/office/drawing/2014/main" id="{B444087C-C4F9-4E46-B093-B3E0C9F2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1" name="Shape 89">
            <a:extLst xmlns:a="http://schemas.openxmlformats.org/drawingml/2006/main">
              <a:ext uri="{FF2B5EF4-FFF2-40B4-BE49-F238E27FC236}">
                <a16:creationId xmlns:a16="http://schemas.microsoft.com/office/drawing/2014/main" id="{B0FBA70D-980A-4A47-A2D2-A1B62B13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2" name="Shape 90">
            <a:extLst xmlns:a="http://schemas.openxmlformats.org/drawingml/2006/main">
              <a:ext uri="{FF2B5EF4-FFF2-40B4-BE49-F238E27FC236}">
                <a16:creationId xmlns:a16="http://schemas.microsoft.com/office/drawing/2014/main" id="{838DA2D5-EC0F-47F7-9945-C188A658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3" name="Shape 91">
            <a:extLst xmlns:a="http://schemas.openxmlformats.org/drawingml/2006/main">
              <a:ext uri="{FF2B5EF4-FFF2-40B4-BE49-F238E27FC236}">
                <a16:creationId xmlns:a16="http://schemas.microsoft.com/office/drawing/2014/main" id="{529200F8-651D-4722-BD47-3006A9B3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4" name="Shape 92">
            <a:extLst xmlns:a="http://schemas.openxmlformats.org/drawingml/2006/main">
              <a:ext uri="{FF2B5EF4-FFF2-40B4-BE49-F238E27FC236}">
                <a16:creationId xmlns:a16="http://schemas.microsoft.com/office/drawing/2014/main" id="{4224D196-2071-4F53-9B86-EA4BDC43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5" name="Shape 93">
            <a:extLst xmlns:a="http://schemas.openxmlformats.org/drawingml/2006/main">
              <a:ext uri="{FF2B5EF4-FFF2-40B4-BE49-F238E27FC236}">
                <a16:creationId xmlns:a16="http://schemas.microsoft.com/office/drawing/2014/main" id="{A3E465F0-9281-42FC-B87F-802C3E2D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6" name="Shape 94">
            <a:extLst xmlns:a="http://schemas.openxmlformats.org/drawingml/2006/main">
              <a:ext uri="{FF2B5EF4-FFF2-40B4-BE49-F238E27FC236}">
                <a16:creationId xmlns:a16="http://schemas.microsoft.com/office/drawing/2014/main" id="{43FF2D52-7729-4437-8A65-242AF243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7" name="Shape 95">
            <a:extLst xmlns:a="http://schemas.openxmlformats.org/drawingml/2006/main">
              <a:ext uri="{FF2B5EF4-FFF2-40B4-BE49-F238E27FC236}">
                <a16:creationId xmlns:a16="http://schemas.microsoft.com/office/drawing/2014/main" id="{D9607DD0-DDDC-4EEC-8E15-ACDBE2B8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8" name="Shape 96">
            <a:extLst xmlns:a="http://schemas.openxmlformats.org/drawingml/2006/main">
              <a:ext uri="{FF2B5EF4-FFF2-40B4-BE49-F238E27FC236}">
                <a16:creationId xmlns:a16="http://schemas.microsoft.com/office/drawing/2014/main" id="{F121D59D-0322-49F7-BC53-172CF01D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99" name="Shape 97">
            <a:extLst xmlns:a="http://schemas.openxmlformats.org/drawingml/2006/main">
              <a:ext uri="{FF2B5EF4-FFF2-40B4-BE49-F238E27FC236}">
                <a16:creationId xmlns:a16="http://schemas.microsoft.com/office/drawing/2014/main" id="{975A78C2-587C-4B26-8D25-06097985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0" name="Shape 98">
            <a:extLst xmlns:a="http://schemas.openxmlformats.org/drawingml/2006/main">
              <a:ext uri="{FF2B5EF4-FFF2-40B4-BE49-F238E27FC236}">
                <a16:creationId xmlns:a16="http://schemas.microsoft.com/office/drawing/2014/main" id="{142961A3-FB97-431C-B3AA-B3CB55EE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1" name="Shape 99">
            <a:extLst xmlns:a="http://schemas.openxmlformats.org/drawingml/2006/main">
              <a:ext uri="{FF2B5EF4-FFF2-40B4-BE49-F238E27FC236}">
                <a16:creationId xmlns:a16="http://schemas.microsoft.com/office/drawing/2014/main" id="{A71CBDCE-104A-4CF1-A4EF-F6169EBF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2" name="Shape 100">
            <a:extLst xmlns:a="http://schemas.openxmlformats.org/drawingml/2006/main">
              <a:ext uri="{FF2B5EF4-FFF2-40B4-BE49-F238E27FC236}">
                <a16:creationId xmlns:a16="http://schemas.microsoft.com/office/drawing/2014/main" id="{43847746-BB53-4C67-81ED-1C8E4658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3" name="Shape 101">
            <a:extLst xmlns:a="http://schemas.openxmlformats.org/drawingml/2006/main">
              <a:ext uri="{FF2B5EF4-FFF2-40B4-BE49-F238E27FC236}">
                <a16:creationId xmlns:a16="http://schemas.microsoft.com/office/drawing/2014/main" id="{677F403A-7A77-4844-AC3E-B454348C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4" name="Shape 102">
            <a:extLst xmlns:a="http://schemas.openxmlformats.org/drawingml/2006/main">
              <a:ext uri="{FF2B5EF4-FFF2-40B4-BE49-F238E27FC236}">
                <a16:creationId xmlns:a16="http://schemas.microsoft.com/office/drawing/2014/main" id="{884F6084-0F80-4919-A33E-12336F69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5" name="Shape 103">
            <a:extLst xmlns:a="http://schemas.openxmlformats.org/drawingml/2006/main">
              <a:ext uri="{FF2B5EF4-FFF2-40B4-BE49-F238E27FC236}">
                <a16:creationId xmlns:a16="http://schemas.microsoft.com/office/drawing/2014/main" id="{18E879BD-06D2-44DE-A7CB-589CB52E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6" name="Shape 104">
            <a:extLst xmlns:a="http://schemas.openxmlformats.org/drawingml/2006/main">
              <a:ext uri="{FF2B5EF4-FFF2-40B4-BE49-F238E27FC236}">
                <a16:creationId xmlns:a16="http://schemas.microsoft.com/office/drawing/2014/main" id="{91A0102B-C3D3-4FB4-9F4C-07E6A8F7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7" name="Shape 105">
            <a:extLst xmlns:a="http://schemas.openxmlformats.org/drawingml/2006/main">
              <a:ext uri="{FF2B5EF4-FFF2-40B4-BE49-F238E27FC236}">
                <a16:creationId xmlns:a16="http://schemas.microsoft.com/office/drawing/2014/main" id="{1C02C402-1E45-487B-8641-0E157ECA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8" name="Shape 106">
            <a:extLst xmlns:a="http://schemas.openxmlformats.org/drawingml/2006/main">
              <a:ext uri="{FF2B5EF4-FFF2-40B4-BE49-F238E27FC236}">
                <a16:creationId xmlns:a16="http://schemas.microsoft.com/office/drawing/2014/main" id="{29917315-E0AE-4839-9438-B8C2E833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09" name="Shape 107">
            <a:extLst xmlns:a="http://schemas.openxmlformats.org/drawingml/2006/main">
              <a:ext uri="{FF2B5EF4-FFF2-40B4-BE49-F238E27FC236}">
                <a16:creationId xmlns:a16="http://schemas.microsoft.com/office/drawing/2014/main" id="{6E6F2FFD-28F2-4F18-988C-780EB328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0" name="Shape 108">
            <a:extLst xmlns:a="http://schemas.openxmlformats.org/drawingml/2006/main">
              <a:ext uri="{FF2B5EF4-FFF2-40B4-BE49-F238E27FC236}">
                <a16:creationId xmlns:a16="http://schemas.microsoft.com/office/drawing/2014/main" id="{61627683-E891-4F42-B55A-F3F36410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1" name="Shape 109">
            <a:extLst xmlns:a="http://schemas.openxmlformats.org/drawingml/2006/main">
              <a:ext uri="{FF2B5EF4-FFF2-40B4-BE49-F238E27FC236}">
                <a16:creationId xmlns:a16="http://schemas.microsoft.com/office/drawing/2014/main" id="{46FBB271-6A29-46DA-B66D-A0706615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2" name="Shape 110">
            <a:extLst xmlns:a="http://schemas.openxmlformats.org/drawingml/2006/main">
              <a:ext uri="{FF2B5EF4-FFF2-40B4-BE49-F238E27FC236}">
                <a16:creationId xmlns:a16="http://schemas.microsoft.com/office/drawing/2014/main" id="{0D88477D-5F93-44AC-AF79-56093597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3" name="Shape 111">
            <a:extLst xmlns:a="http://schemas.openxmlformats.org/drawingml/2006/main">
              <a:ext uri="{FF2B5EF4-FFF2-40B4-BE49-F238E27FC236}">
                <a16:creationId xmlns:a16="http://schemas.microsoft.com/office/drawing/2014/main" id="{FBC67E9B-A6C8-4868-B1EF-919C9773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4" name="Shape 112">
            <a:extLst xmlns:a="http://schemas.openxmlformats.org/drawingml/2006/main">
              <a:ext uri="{FF2B5EF4-FFF2-40B4-BE49-F238E27FC236}">
                <a16:creationId xmlns:a16="http://schemas.microsoft.com/office/drawing/2014/main" id="{76D5B3A2-4BA9-428E-A8BA-056436A4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5" name="Shape 113">
            <a:extLst xmlns:a="http://schemas.openxmlformats.org/drawingml/2006/main">
              <a:ext uri="{FF2B5EF4-FFF2-40B4-BE49-F238E27FC236}">
                <a16:creationId xmlns:a16="http://schemas.microsoft.com/office/drawing/2014/main" id="{07E43F9E-D1A1-48AB-B036-7CCA0D44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6" name="Shape 114">
            <a:extLst xmlns:a="http://schemas.openxmlformats.org/drawingml/2006/main">
              <a:ext uri="{FF2B5EF4-FFF2-40B4-BE49-F238E27FC236}">
                <a16:creationId xmlns:a16="http://schemas.microsoft.com/office/drawing/2014/main" id="{686BF877-D2CF-49E1-8737-85989043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7" name="Shape 115">
            <a:extLst xmlns:a="http://schemas.openxmlformats.org/drawingml/2006/main">
              <a:ext uri="{FF2B5EF4-FFF2-40B4-BE49-F238E27FC236}">
                <a16:creationId xmlns:a16="http://schemas.microsoft.com/office/drawing/2014/main" id="{8E4D2B9A-48A8-44C2-87D3-3A27E25E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8" name="Shape 116">
            <a:extLst xmlns:a="http://schemas.openxmlformats.org/drawingml/2006/main">
              <a:ext uri="{FF2B5EF4-FFF2-40B4-BE49-F238E27FC236}">
                <a16:creationId xmlns:a16="http://schemas.microsoft.com/office/drawing/2014/main" id="{3589280C-4AF1-439A-8670-45B7A827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19" name="Shape 117">
            <a:extLst xmlns:a="http://schemas.openxmlformats.org/drawingml/2006/main">
              <a:ext uri="{FF2B5EF4-FFF2-40B4-BE49-F238E27FC236}">
                <a16:creationId xmlns:a16="http://schemas.microsoft.com/office/drawing/2014/main" id="{724676B6-F740-44B4-A2BF-322E36B5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0" name="Shape 118">
            <a:extLst xmlns:a="http://schemas.openxmlformats.org/drawingml/2006/main">
              <a:ext uri="{FF2B5EF4-FFF2-40B4-BE49-F238E27FC236}">
                <a16:creationId xmlns:a16="http://schemas.microsoft.com/office/drawing/2014/main" id="{B3D1C2E7-7C35-4801-9DD2-323D19F7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1" name="Shape 119">
            <a:extLst xmlns:a="http://schemas.openxmlformats.org/drawingml/2006/main">
              <a:ext uri="{FF2B5EF4-FFF2-40B4-BE49-F238E27FC236}">
                <a16:creationId xmlns:a16="http://schemas.microsoft.com/office/drawing/2014/main" id="{23726EF6-6C10-45F1-B903-4AA9B42A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2" name="Shape 120">
            <a:extLst xmlns:a="http://schemas.openxmlformats.org/drawingml/2006/main">
              <a:ext uri="{FF2B5EF4-FFF2-40B4-BE49-F238E27FC236}">
                <a16:creationId xmlns:a16="http://schemas.microsoft.com/office/drawing/2014/main" id="{4B254344-807E-4549-A1F9-EFE8D6C7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3" name="Shape 121">
            <a:extLst xmlns:a="http://schemas.openxmlformats.org/drawingml/2006/main">
              <a:ext uri="{FF2B5EF4-FFF2-40B4-BE49-F238E27FC236}">
                <a16:creationId xmlns:a16="http://schemas.microsoft.com/office/drawing/2014/main" id="{0BC7EBB5-AEC8-491A-B9BE-E34CA96D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4" name="Shape 122">
            <a:extLst xmlns:a="http://schemas.openxmlformats.org/drawingml/2006/main">
              <a:ext uri="{FF2B5EF4-FFF2-40B4-BE49-F238E27FC236}">
                <a16:creationId xmlns:a16="http://schemas.microsoft.com/office/drawing/2014/main" id="{824E5174-5800-4B89-976B-3797B39A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5" name="Shape 123">
            <a:extLst xmlns:a="http://schemas.openxmlformats.org/drawingml/2006/main">
              <a:ext uri="{FF2B5EF4-FFF2-40B4-BE49-F238E27FC236}">
                <a16:creationId xmlns:a16="http://schemas.microsoft.com/office/drawing/2014/main" id="{F911980B-D611-4C29-9FB3-F69D2256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6" name="Shape 124">
            <a:extLst xmlns:a="http://schemas.openxmlformats.org/drawingml/2006/main">
              <a:ext uri="{FF2B5EF4-FFF2-40B4-BE49-F238E27FC236}">
                <a16:creationId xmlns:a16="http://schemas.microsoft.com/office/drawing/2014/main" id="{E4824222-5A8B-4F64-874A-3E124180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7" name="Shape 125">
            <a:extLst xmlns:a="http://schemas.openxmlformats.org/drawingml/2006/main">
              <a:ext uri="{FF2B5EF4-FFF2-40B4-BE49-F238E27FC236}">
                <a16:creationId xmlns:a16="http://schemas.microsoft.com/office/drawing/2014/main" id="{2C14B826-88E5-4EA7-8A12-E94F80C1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8" name="Shape 126">
            <a:extLst xmlns:a="http://schemas.openxmlformats.org/drawingml/2006/main">
              <a:ext uri="{FF2B5EF4-FFF2-40B4-BE49-F238E27FC236}">
                <a16:creationId xmlns:a16="http://schemas.microsoft.com/office/drawing/2014/main" id="{5E5B9C1F-F103-40AA-8B06-E71C1CB7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29" name="Shape 127">
            <a:extLst xmlns:a="http://schemas.openxmlformats.org/drawingml/2006/main">
              <a:ext uri="{FF2B5EF4-FFF2-40B4-BE49-F238E27FC236}">
                <a16:creationId xmlns:a16="http://schemas.microsoft.com/office/drawing/2014/main" id="{AAA04DAF-D840-44F9-BD09-A98B1BFD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0" name="Shape 128">
            <a:extLst xmlns:a="http://schemas.openxmlformats.org/drawingml/2006/main">
              <a:ext uri="{FF2B5EF4-FFF2-40B4-BE49-F238E27FC236}">
                <a16:creationId xmlns:a16="http://schemas.microsoft.com/office/drawing/2014/main" id="{38B3D9CA-DC6C-41DE-B247-7EE26899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1" name="Shape 129">
            <a:extLst xmlns:a="http://schemas.openxmlformats.org/drawingml/2006/main">
              <a:ext uri="{FF2B5EF4-FFF2-40B4-BE49-F238E27FC236}">
                <a16:creationId xmlns:a16="http://schemas.microsoft.com/office/drawing/2014/main" id="{B246603E-368F-40E2-800F-7BB65427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2" name="Shape 130">
            <a:extLst xmlns:a="http://schemas.openxmlformats.org/drawingml/2006/main">
              <a:ext uri="{FF2B5EF4-FFF2-40B4-BE49-F238E27FC236}">
                <a16:creationId xmlns:a16="http://schemas.microsoft.com/office/drawing/2014/main" id="{A60D9636-B34E-42B9-B8AC-963F4898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3" name="Shape 131">
            <a:extLst xmlns:a="http://schemas.openxmlformats.org/drawingml/2006/main">
              <a:ext uri="{FF2B5EF4-FFF2-40B4-BE49-F238E27FC236}">
                <a16:creationId xmlns:a16="http://schemas.microsoft.com/office/drawing/2014/main" id="{2D7837F4-A9A8-47A0-A05C-B17DABF9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4" name="Shape 132">
            <a:extLst xmlns:a="http://schemas.openxmlformats.org/drawingml/2006/main">
              <a:ext uri="{FF2B5EF4-FFF2-40B4-BE49-F238E27FC236}">
                <a16:creationId xmlns:a16="http://schemas.microsoft.com/office/drawing/2014/main" id="{A39D5B7C-2FB4-4B77-9756-B4056A30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5" name="Shape 133">
            <a:extLst xmlns:a="http://schemas.openxmlformats.org/drawingml/2006/main">
              <a:ext uri="{FF2B5EF4-FFF2-40B4-BE49-F238E27FC236}">
                <a16:creationId xmlns:a16="http://schemas.microsoft.com/office/drawing/2014/main" id="{1EC7A570-1986-4437-AAD5-204F2B58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6" name="Shape 134">
            <a:extLst xmlns:a="http://schemas.openxmlformats.org/drawingml/2006/main">
              <a:ext uri="{FF2B5EF4-FFF2-40B4-BE49-F238E27FC236}">
                <a16:creationId xmlns:a16="http://schemas.microsoft.com/office/drawing/2014/main" id="{BDE18334-882C-4162-89D3-1E097CB1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7" name="Shape 135">
            <a:extLst xmlns:a="http://schemas.openxmlformats.org/drawingml/2006/main">
              <a:ext uri="{FF2B5EF4-FFF2-40B4-BE49-F238E27FC236}">
                <a16:creationId xmlns:a16="http://schemas.microsoft.com/office/drawing/2014/main" id="{536351A1-EC09-4EB4-BD2F-48D75CFE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8" name="Shape 136">
            <a:extLst xmlns:a="http://schemas.openxmlformats.org/drawingml/2006/main">
              <a:ext uri="{FF2B5EF4-FFF2-40B4-BE49-F238E27FC236}">
                <a16:creationId xmlns:a16="http://schemas.microsoft.com/office/drawing/2014/main" id="{4B926010-F60D-4018-877F-2A3CFEBE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39" name="Shape 137">
            <a:extLst xmlns:a="http://schemas.openxmlformats.org/drawingml/2006/main">
              <a:ext uri="{FF2B5EF4-FFF2-40B4-BE49-F238E27FC236}">
                <a16:creationId xmlns:a16="http://schemas.microsoft.com/office/drawing/2014/main" id="{79DF70CF-EA73-426E-9BD0-FF99D45E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0" name="Shape 138">
            <a:extLst xmlns:a="http://schemas.openxmlformats.org/drawingml/2006/main">
              <a:ext uri="{FF2B5EF4-FFF2-40B4-BE49-F238E27FC236}">
                <a16:creationId xmlns:a16="http://schemas.microsoft.com/office/drawing/2014/main" id="{010FFCDE-8F3C-4611-ABF9-294D2087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1" name="Shape 139">
            <a:extLst xmlns:a="http://schemas.openxmlformats.org/drawingml/2006/main">
              <a:ext uri="{FF2B5EF4-FFF2-40B4-BE49-F238E27FC236}">
                <a16:creationId xmlns:a16="http://schemas.microsoft.com/office/drawing/2014/main" id="{7A2700FC-E45D-458A-91E8-77F9E40B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2" name="Shape 140">
            <a:extLst xmlns:a="http://schemas.openxmlformats.org/drawingml/2006/main">
              <a:ext uri="{FF2B5EF4-FFF2-40B4-BE49-F238E27FC236}">
                <a16:creationId xmlns:a16="http://schemas.microsoft.com/office/drawing/2014/main" id="{B2212871-931E-43CE-896B-34C87D28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3" name="Shape 141">
            <a:extLst xmlns:a="http://schemas.openxmlformats.org/drawingml/2006/main">
              <a:ext uri="{FF2B5EF4-FFF2-40B4-BE49-F238E27FC236}">
                <a16:creationId xmlns:a16="http://schemas.microsoft.com/office/drawing/2014/main" id="{6A0C049E-9BC8-45CA-AE28-9C6496DD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4" name="Shape 142">
            <a:extLst xmlns:a="http://schemas.openxmlformats.org/drawingml/2006/main">
              <a:ext uri="{FF2B5EF4-FFF2-40B4-BE49-F238E27FC236}">
                <a16:creationId xmlns:a16="http://schemas.microsoft.com/office/drawing/2014/main" id="{508D3042-14B0-4F87-8C2F-2B841675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5" name="Shape 143">
            <a:extLst xmlns:a="http://schemas.openxmlformats.org/drawingml/2006/main">
              <a:ext uri="{FF2B5EF4-FFF2-40B4-BE49-F238E27FC236}">
                <a16:creationId xmlns:a16="http://schemas.microsoft.com/office/drawing/2014/main" id="{55033A58-089D-4BFF-B9B9-91096778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6" name="Shape 144">
            <a:extLst xmlns:a="http://schemas.openxmlformats.org/drawingml/2006/main">
              <a:ext uri="{FF2B5EF4-FFF2-40B4-BE49-F238E27FC236}">
                <a16:creationId xmlns:a16="http://schemas.microsoft.com/office/drawing/2014/main" id="{C4BC9DC1-B622-45EE-AD43-ABBEF7CD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7" name="Shape 145">
            <a:extLst xmlns:a="http://schemas.openxmlformats.org/drawingml/2006/main">
              <a:ext uri="{FF2B5EF4-FFF2-40B4-BE49-F238E27FC236}">
                <a16:creationId xmlns:a16="http://schemas.microsoft.com/office/drawing/2014/main" id="{0CF86D3D-1F21-4757-BA57-B87D0EC2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8" name="Shape 146">
            <a:extLst xmlns:a="http://schemas.openxmlformats.org/drawingml/2006/main">
              <a:ext uri="{FF2B5EF4-FFF2-40B4-BE49-F238E27FC236}">
                <a16:creationId xmlns:a16="http://schemas.microsoft.com/office/drawing/2014/main" id="{98974559-1635-4268-B684-3DC953A0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49" name="Shape 147">
            <a:extLst xmlns:a="http://schemas.openxmlformats.org/drawingml/2006/main">
              <a:ext uri="{FF2B5EF4-FFF2-40B4-BE49-F238E27FC236}">
                <a16:creationId xmlns:a16="http://schemas.microsoft.com/office/drawing/2014/main" id="{2443FD20-E505-43BC-ACEB-962CCB30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0" name="Shape 148">
            <a:extLst xmlns:a="http://schemas.openxmlformats.org/drawingml/2006/main">
              <a:ext uri="{FF2B5EF4-FFF2-40B4-BE49-F238E27FC236}">
                <a16:creationId xmlns:a16="http://schemas.microsoft.com/office/drawing/2014/main" id="{B4861A7E-60AE-4A8D-A550-526BCEA3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1" name="Shape 149">
            <a:extLst xmlns:a="http://schemas.openxmlformats.org/drawingml/2006/main">
              <a:ext uri="{FF2B5EF4-FFF2-40B4-BE49-F238E27FC236}">
                <a16:creationId xmlns:a16="http://schemas.microsoft.com/office/drawing/2014/main" id="{9A0D8480-5F0B-4968-A184-A232113B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2" name="Shape 150">
            <a:extLst xmlns:a="http://schemas.openxmlformats.org/drawingml/2006/main">
              <a:ext uri="{FF2B5EF4-FFF2-40B4-BE49-F238E27FC236}">
                <a16:creationId xmlns:a16="http://schemas.microsoft.com/office/drawing/2014/main" id="{E0E0295F-9FCC-4A89-89F3-CD481738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3" name="Shape 151">
            <a:extLst xmlns:a="http://schemas.openxmlformats.org/drawingml/2006/main">
              <a:ext uri="{FF2B5EF4-FFF2-40B4-BE49-F238E27FC236}">
                <a16:creationId xmlns:a16="http://schemas.microsoft.com/office/drawing/2014/main" id="{15C14281-98DE-4C14-8826-C2D08FC6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4" name="Shape 152">
            <a:extLst xmlns:a="http://schemas.openxmlformats.org/drawingml/2006/main">
              <a:ext uri="{FF2B5EF4-FFF2-40B4-BE49-F238E27FC236}">
                <a16:creationId xmlns:a16="http://schemas.microsoft.com/office/drawing/2014/main" id="{B8C1201F-6CEF-4632-992A-194BAD11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5" name="Shape 153">
            <a:extLst xmlns:a="http://schemas.openxmlformats.org/drawingml/2006/main">
              <a:ext uri="{FF2B5EF4-FFF2-40B4-BE49-F238E27FC236}">
                <a16:creationId xmlns:a16="http://schemas.microsoft.com/office/drawing/2014/main" id="{90E04F8B-3998-41CE-B66C-8C79697C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6" name="Shape 154">
            <a:extLst xmlns:a="http://schemas.openxmlformats.org/drawingml/2006/main">
              <a:ext uri="{FF2B5EF4-FFF2-40B4-BE49-F238E27FC236}">
                <a16:creationId xmlns:a16="http://schemas.microsoft.com/office/drawing/2014/main" id="{18E8A484-ABEE-4EEA-A7CB-C4EC2217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7" name="Shape 155">
            <a:extLst xmlns:a="http://schemas.openxmlformats.org/drawingml/2006/main">
              <a:ext uri="{FF2B5EF4-FFF2-40B4-BE49-F238E27FC236}">
                <a16:creationId xmlns:a16="http://schemas.microsoft.com/office/drawing/2014/main" id="{6168BF21-80BC-47E0-9134-4EC8DE88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8" name="Shape 156">
            <a:extLst xmlns:a="http://schemas.openxmlformats.org/drawingml/2006/main">
              <a:ext uri="{FF2B5EF4-FFF2-40B4-BE49-F238E27FC236}">
                <a16:creationId xmlns:a16="http://schemas.microsoft.com/office/drawing/2014/main" id="{8F609895-6812-4206-A415-3EE3F891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59" name="Shape 157">
            <a:extLst xmlns:a="http://schemas.openxmlformats.org/drawingml/2006/main">
              <a:ext uri="{FF2B5EF4-FFF2-40B4-BE49-F238E27FC236}">
                <a16:creationId xmlns:a16="http://schemas.microsoft.com/office/drawing/2014/main" id="{18B9236E-E3CB-496F-990F-BD74F07D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0" name="Shape 158">
            <a:extLst xmlns:a="http://schemas.openxmlformats.org/drawingml/2006/main">
              <a:ext uri="{FF2B5EF4-FFF2-40B4-BE49-F238E27FC236}">
                <a16:creationId xmlns:a16="http://schemas.microsoft.com/office/drawing/2014/main" id="{0CC1B82C-470C-4E68-AC90-A8FD5077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1" name="Shape 159">
            <a:extLst xmlns:a="http://schemas.openxmlformats.org/drawingml/2006/main">
              <a:ext uri="{FF2B5EF4-FFF2-40B4-BE49-F238E27FC236}">
                <a16:creationId xmlns:a16="http://schemas.microsoft.com/office/drawing/2014/main" id="{AE981FFE-9A61-4EB5-83A9-BCB506D9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2" name="Shape 160">
            <a:extLst xmlns:a="http://schemas.openxmlformats.org/drawingml/2006/main">
              <a:ext uri="{FF2B5EF4-FFF2-40B4-BE49-F238E27FC236}">
                <a16:creationId xmlns:a16="http://schemas.microsoft.com/office/drawing/2014/main" id="{643BEBAA-FD4D-4D9C-B1AE-504DEF40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3" name="Shape 161">
            <a:extLst xmlns:a="http://schemas.openxmlformats.org/drawingml/2006/main">
              <a:ext uri="{FF2B5EF4-FFF2-40B4-BE49-F238E27FC236}">
                <a16:creationId xmlns:a16="http://schemas.microsoft.com/office/drawing/2014/main" id="{D64449BE-06C2-4F97-A04F-06145A5D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4" name="Shape 162">
            <a:extLst xmlns:a="http://schemas.openxmlformats.org/drawingml/2006/main">
              <a:ext uri="{FF2B5EF4-FFF2-40B4-BE49-F238E27FC236}">
                <a16:creationId xmlns:a16="http://schemas.microsoft.com/office/drawing/2014/main" id="{00A9C43F-07F7-469C-B2F8-8D9CCE3F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5" name="Shape 163">
            <a:extLst xmlns:a="http://schemas.openxmlformats.org/drawingml/2006/main">
              <a:ext uri="{FF2B5EF4-FFF2-40B4-BE49-F238E27FC236}">
                <a16:creationId xmlns:a16="http://schemas.microsoft.com/office/drawing/2014/main" id="{4F0BD8BA-30C0-4A8A-B92D-9CA57200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6" name="Shape 164">
            <a:extLst xmlns:a="http://schemas.openxmlformats.org/drawingml/2006/main">
              <a:ext uri="{FF2B5EF4-FFF2-40B4-BE49-F238E27FC236}">
                <a16:creationId xmlns:a16="http://schemas.microsoft.com/office/drawing/2014/main" id="{EE178F1C-C48F-4687-84A7-C4E46B69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7" name="Shape 165">
            <a:extLst xmlns:a="http://schemas.openxmlformats.org/drawingml/2006/main">
              <a:ext uri="{FF2B5EF4-FFF2-40B4-BE49-F238E27FC236}">
                <a16:creationId xmlns:a16="http://schemas.microsoft.com/office/drawing/2014/main" id="{1BC2122E-3E93-404D-A886-A291BB6B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8" name="Shape 166">
            <a:extLst xmlns:a="http://schemas.openxmlformats.org/drawingml/2006/main">
              <a:ext uri="{FF2B5EF4-FFF2-40B4-BE49-F238E27FC236}">
                <a16:creationId xmlns:a16="http://schemas.microsoft.com/office/drawing/2014/main" id="{3493C59E-EF03-418B-B526-C9B3FAD8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69" name="Shape 167">
            <a:extLst xmlns:a="http://schemas.openxmlformats.org/drawingml/2006/main">
              <a:ext uri="{FF2B5EF4-FFF2-40B4-BE49-F238E27FC236}">
                <a16:creationId xmlns:a16="http://schemas.microsoft.com/office/drawing/2014/main" id="{25162CC0-F7D0-4CA8-9198-87E32CDA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0" name="Shape 168">
            <a:extLst xmlns:a="http://schemas.openxmlformats.org/drawingml/2006/main">
              <a:ext uri="{FF2B5EF4-FFF2-40B4-BE49-F238E27FC236}">
                <a16:creationId xmlns:a16="http://schemas.microsoft.com/office/drawing/2014/main" id="{E72274A1-DA71-41BD-9698-43156F36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1" name="Shape 169">
            <a:extLst xmlns:a="http://schemas.openxmlformats.org/drawingml/2006/main">
              <a:ext uri="{FF2B5EF4-FFF2-40B4-BE49-F238E27FC236}">
                <a16:creationId xmlns:a16="http://schemas.microsoft.com/office/drawing/2014/main" id="{08C63066-5CEE-4683-8539-18151229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2" name="Shape 170">
            <a:extLst xmlns:a="http://schemas.openxmlformats.org/drawingml/2006/main">
              <a:ext uri="{FF2B5EF4-FFF2-40B4-BE49-F238E27FC236}">
                <a16:creationId xmlns:a16="http://schemas.microsoft.com/office/drawing/2014/main" id="{35974EA6-58B2-4168-9709-7C96CFD1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3" name="Shape 171">
            <a:extLst xmlns:a="http://schemas.openxmlformats.org/drawingml/2006/main">
              <a:ext uri="{FF2B5EF4-FFF2-40B4-BE49-F238E27FC236}">
                <a16:creationId xmlns:a16="http://schemas.microsoft.com/office/drawing/2014/main" id="{C5BD218B-78D4-473D-ADCA-EB002ACE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4" name="Shape 172">
            <a:extLst xmlns:a="http://schemas.openxmlformats.org/drawingml/2006/main">
              <a:ext uri="{FF2B5EF4-FFF2-40B4-BE49-F238E27FC236}">
                <a16:creationId xmlns:a16="http://schemas.microsoft.com/office/drawing/2014/main" id="{BF539C2E-C302-4726-835D-240AB98C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5" name="Shape 173">
            <a:extLst xmlns:a="http://schemas.openxmlformats.org/drawingml/2006/main">
              <a:ext uri="{FF2B5EF4-FFF2-40B4-BE49-F238E27FC236}">
                <a16:creationId xmlns:a16="http://schemas.microsoft.com/office/drawing/2014/main" id="{BCF35630-8DE2-4B97-AE45-531DC49E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6" name="Shape 174">
            <a:extLst xmlns:a="http://schemas.openxmlformats.org/drawingml/2006/main">
              <a:ext uri="{FF2B5EF4-FFF2-40B4-BE49-F238E27FC236}">
                <a16:creationId xmlns:a16="http://schemas.microsoft.com/office/drawing/2014/main" id="{12FC05DE-428D-4D0E-95EA-F365C1B3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7" name="Shape 175">
            <a:extLst xmlns:a="http://schemas.openxmlformats.org/drawingml/2006/main">
              <a:ext uri="{FF2B5EF4-FFF2-40B4-BE49-F238E27FC236}">
                <a16:creationId xmlns:a16="http://schemas.microsoft.com/office/drawing/2014/main" id="{B559041A-843B-4C59-90E0-8BE4AED1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8" name="Shape 176">
            <a:extLst xmlns:a="http://schemas.openxmlformats.org/drawingml/2006/main">
              <a:ext uri="{FF2B5EF4-FFF2-40B4-BE49-F238E27FC236}">
                <a16:creationId xmlns:a16="http://schemas.microsoft.com/office/drawing/2014/main" id="{8A963242-43FD-40E7-8ABA-2FD92CDA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79" name="Shape 177">
            <a:extLst xmlns:a="http://schemas.openxmlformats.org/drawingml/2006/main">
              <a:ext uri="{FF2B5EF4-FFF2-40B4-BE49-F238E27FC236}">
                <a16:creationId xmlns:a16="http://schemas.microsoft.com/office/drawing/2014/main" id="{D227F7AF-7ECE-47B0-A3B7-27E1C8A3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0" name="Shape 178">
            <a:extLst xmlns:a="http://schemas.openxmlformats.org/drawingml/2006/main">
              <a:ext uri="{FF2B5EF4-FFF2-40B4-BE49-F238E27FC236}">
                <a16:creationId xmlns:a16="http://schemas.microsoft.com/office/drawing/2014/main" id="{8FBBAABE-CBE9-4F9C-939A-BACC191D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1" name="Shape 179">
            <a:extLst xmlns:a="http://schemas.openxmlformats.org/drawingml/2006/main">
              <a:ext uri="{FF2B5EF4-FFF2-40B4-BE49-F238E27FC236}">
                <a16:creationId xmlns:a16="http://schemas.microsoft.com/office/drawing/2014/main" id="{B07E7EDC-C742-400F-97FB-7272B83B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2" name="Shape 180">
            <a:extLst xmlns:a="http://schemas.openxmlformats.org/drawingml/2006/main">
              <a:ext uri="{FF2B5EF4-FFF2-40B4-BE49-F238E27FC236}">
                <a16:creationId xmlns:a16="http://schemas.microsoft.com/office/drawing/2014/main" id="{CFB71225-3FD3-422F-AAC6-A28D7587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3" name="Shape 181">
            <a:extLst xmlns:a="http://schemas.openxmlformats.org/drawingml/2006/main">
              <a:ext uri="{FF2B5EF4-FFF2-40B4-BE49-F238E27FC236}">
                <a16:creationId xmlns:a16="http://schemas.microsoft.com/office/drawing/2014/main" id="{E68A60EE-2FC2-4C2E-B09D-CAD407CB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4" name="Shape 182">
            <a:extLst xmlns:a="http://schemas.openxmlformats.org/drawingml/2006/main">
              <a:ext uri="{FF2B5EF4-FFF2-40B4-BE49-F238E27FC236}">
                <a16:creationId xmlns:a16="http://schemas.microsoft.com/office/drawing/2014/main" id="{13E1BFD1-103E-43C7-AA42-21732623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5" name="Shape 183">
            <a:extLst xmlns:a="http://schemas.openxmlformats.org/drawingml/2006/main">
              <a:ext uri="{FF2B5EF4-FFF2-40B4-BE49-F238E27FC236}">
                <a16:creationId xmlns:a16="http://schemas.microsoft.com/office/drawing/2014/main" id="{1C2B119D-71AB-4A81-9AD4-29BC9D28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6" name="Shape 184">
            <a:extLst xmlns:a="http://schemas.openxmlformats.org/drawingml/2006/main">
              <a:ext uri="{FF2B5EF4-FFF2-40B4-BE49-F238E27FC236}">
                <a16:creationId xmlns:a16="http://schemas.microsoft.com/office/drawing/2014/main" id="{8B3BBF0C-10F2-4865-9190-E5C7D6B2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7" name="Shape 185">
            <a:extLst xmlns:a="http://schemas.openxmlformats.org/drawingml/2006/main">
              <a:ext uri="{FF2B5EF4-FFF2-40B4-BE49-F238E27FC236}">
                <a16:creationId xmlns:a16="http://schemas.microsoft.com/office/drawing/2014/main" id="{4FAF9FE8-42CD-46E8-8412-5084DC8A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8" name="Shape 186">
            <a:extLst xmlns:a="http://schemas.openxmlformats.org/drawingml/2006/main">
              <a:ext uri="{FF2B5EF4-FFF2-40B4-BE49-F238E27FC236}">
                <a16:creationId xmlns:a16="http://schemas.microsoft.com/office/drawing/2014/main" id="{4EC9ED5A-9FBD-4FAE-9E0D-EAABACC3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89" name="Shape 187">
            <a:extLst xmlns:a="http://schemas.openxmlformats.org/drawingml/2006/main">
              <a:ext uri="{FF2B5EF4-FFF2-40B4-BE49-F238E27FC236}">
                <a16:creationId xmlns:a16="http://schemas.microsoft.com/office/drawing/2014/main" id="{1998168D-30DD-49A8-98CD-2990E34A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0" name="Shape 188">
            <a:extLst xmlns:a="http://schemas.openxmlformats.org/drawingml/2006/main">
              <a:ext uri="{FF2B5EF4-FFF2-40B4-BE49-F238E27FC236}">
                <a16:creationId xmlns:a16="http://schemas.microsoft.com/office/drawing/2014/main" id="{436870DF-FEB6-44E8-AAAC-57454C0B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1" name="Shape 189">
            <a:extLst xmlns:a="http://schemas.openxmlformats.org/drawingml/2006/main">
              <a:ext uri="{FF2B5EF4-FFF2-40B4-BE49-F238E27FC236}">
                <a16:creationId xmlns:a16="http://schemas.microsoft.com/office/drawing/2014/main" id="{9EFC43EE-26E4-4A2D-9356-B484CCC0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2" name="Shape 190">
            <a:extLst xmlns:a="http://schemas.openxmlformats.org/drawingml/2006/main">
              <a:ext uri="{FF2B5EF4-FFF2-40B4-BE49-F238E27FC236}">
                <a16:creationId xmlns:a16="http://schemas.microsoft.com/office/drawing/2014/main" id="{9046F5DE-FB34-4CF8-BAF0-5B5F4963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3" name="Shape 191">
            <a:extLst xmlns:a="http://schemas.openxmlformats.org/drawingml/2006/main">
              <a:ext uri="{FF2B5EF4-FFF2-40B4-BE49-F238E27FC236}">
                <a16:creationId xmlns:a16="http://schemas.microsoft.com/office/drawing/2014/main" id="{CAD99704-5952-4776-A31C-ABC4A879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4" name="Shape 192">
            <a:extLst xmlns:a="http://schemas.openxmlformats.org/drawingml/2006/main">
              <a:ext uri="{FF2B5EF4-FFF2-40B4-BE49-F238E27FC236}">
                <a16:creationId xmlns:a16="http://schemas.microsoft.com/office/drawing/2014/main" id="{33A87754-B1D6-4EF9-A060-59623B5F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5" name="Shape 193">
            <a:extLst xmlns:a="http://schemas.openxmlformats.org/drawingml/2006/main">
              <a:ext uri="{FF2B5EF4-FFF2-40B4-BE49-F238E27FC236}">
                <a16:creationId xmlns:a16="http://schemas.microsoft.com/office/drawing/2014/main" id="{5E6F41E4-3B3A-49D8-A240-5D6ED5A1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6" name="Shape 194">
            <a:extLst xmlns:a="http://schemas.openxmlformats.org/drawingml/2006/main">
              <a:ext uri="{FF2B5EF4-FFF2-40B4-BE49-F238E27FC236}">
                <a16:creationId xmlns:a16="http://schemas.microsoft.com/office/drawing/2014/main" id="{5DF87513-83F8-40DB-A93E-56D35C16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7" name="Shape 195">
            <a:extLst xmlns:a="http://schemas.openxmlformats.org/drawingml/2006/main">
              <a:ext uri="{FF2B5EF4-FFF2-40B4-BE49-F238E27FC236}">
                <a16:creationId xmlns:a16="http://schemas.microsoft.com/office/drawing/2014/main" id="{7F8842C7-9B52-4BE7-9566-B2D9A51C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8" name="Shape 196">
            <a:extLst xmlns:a="http://schemas.openxmlformats.org/drawingml/2006/main">
              <a:ext uri="{FF2B5EF4-FFF2-40B4-BE49-F238E27FC236}">
                <a16:creationId xmlns:a16="http://schemas.microsoft.com/office/drawing/2014/main" id="{E1495426-75F7-4A7D-96CF-5D9D5AF3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199" name="Shape 197">
            <a:extLst xmlns:a="http://schemas.openxmlformats.org/drawingml/2006/main">
              <a:ext uri="{FF2B5EF4-FFF2-40B4-BE49-F238E27FC236}">
                <a16:creationId xmlns:a16="http://schemas.microsoft.com/office/drawing/2014/main" id="{3482D8E1-12D9-41B1-953D-1512B150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0" name="Shape 198">
            <a:extLst xmlns:a="http://schemas.openxmlformats.org/drawingml/2006/main">
              <a:ext uri="{FF2B5EF4-FFF2-40B4-BE49-F238E27FC236}">
                <a16:creationId xmlns:a16="http://schemas.microsoft.com/office/drawing/2014/main" id="{F354EC08-2269-490C-9134-ED9BC37B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1" name="Shape 199">
            <a:extLst xmlns:a="http://schemas.openxmlformats.org/drawingml/2006/main">
              <a:ext uri="{FF2B5EF4-FFF2-40B4-BE49-F238E27FC236}">
                <a16:creationId xmlns:a16="http://schemas.microsoft.com/office/drawing/2014/main" id="{C6BB5801-929C-4CA9-81A5-B1ADAAD3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2" name="Shape 200">
            <a:extLst xmlns:a="http://schemas.openxmlformats.org/drawingml/2006/main">
              <a:ext uri="{FF2B5EF4-FFF2-40B4-BE49-F238E27FC236}">
                <a16:creationId xmlns:a16="http://schemas.microsoft.com/office/drawing/2014/main" id="{C1F5824A-5F0A-46AD-8395-FB74C753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3" name="Shape 201">
            <a:extLst xmlns:a="http://schemas.openxmlformats.org/drawingml/2006/main">
              <a:ext uri="{FF2B5EF4-FFF2-40B4-BE49-F238E27FC236}">
                <a16:creationId xmlns:a16="http://schemas.microsoft.com/office/drawing/2014/main" id="{FC706F08-1D04-4C7B-8777-243F2380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4" name="Shape 202">
            <a:extLst xmlns:a="http://schemas.openxmlformats.org/drawingml/2006/main">
              <a:ext uri="{FF2B5EF4-FFF2-40B4-BE49-F238E27FC236}">
                <a16:creationId xmlns:a16="http://schemas.microsoft.com/office/drawing/2014/main" id="{319B8D1A-CB57-44BF-AFE0-417BFD3F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5" name="Shape 203">
            <a:extLst xmlns:a="http://schemas.openxmlformats.org/drawingml/2006/main">
              <a:ext uri="{FF2B5EF4-FFF2-40B4-BE49-F238E27FC236}">
                <a16:creationId xmlns:a16="http://schemas.microsoft.com/office/drawing/2014/main" id="{827F17BB-CD04-43D5-A4A2-705851D4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6" name="Shape 204">
            <a:extLst xmlns:a="http://schemas.openxmlformats.org/drawingml/2006/main">
              <a:ext uri="{FF2B5EF4-FFF2-40B4-BE49-F238E27FC236}">
                <a16:creationId xmlns:a16="http://schemas.microsoft.com/office/drawing/2014/main" id="{A167797D-A8CF-4D69-8990-1BDC249F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7" name="Shape 205">
            <a:extLst xmlns:a="http://schemas.openxmlformats.org/drawingml/2006/main">
              <a:ext uri="{FF2B5EF4-FFF2-40B4-BE49-F238E27FC236}">
                <a16:creationId xmlns:a16="http://schemas.microsoft.com/office/drawing/2014/main" id="{7E6C7C85-BC26-4CEC-9C7C-770AADAE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8" name="Shape 206">
            <a:extLst xmlns:a="http://schemas.openxmlformats.org/drawingml/2006/main">
              <a:ext uri="{FF2B5EF4-FFF2-40B4-BE49-F238E27FC236}">
                <a16:creationId xmlns:a16="http://schemas.microsoft.com/office/drawing/2014/main" id="{DA54B182-D9E0-43FD-864E-E668F248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09" name="Shape 207">
            <a:extLst xmlns:a="http://schemas.openxmlformats.org/drawingml/2006/main">
              <a:ext uri="{FF2B5EF4-FFF2-40B4-BE49-F238E27FC236}">
                <a16:creationId xmlns:a16="http://schemas.microsoft.com/office/drawing/2014/main" id="{C41D6E3F-008C-4239-9F0C-9C2D3549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0" name="Shape 208">
            <a:extLst xmlns:a="http://schemas.openxmlformats.org/drawingml/2006/main">
              <a:ext uri="{FF2B5EF4-FFF2-40B4-BE49-F238E27FC236}">
                <a16:creationId xmlns:a16="http://schemas.microsoft.com/office/drawing/2014/main" id="{71F602A7-865A-44DD-AB27-DD74F31A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1" name="Shape 209">
            <a:extLst xmlns:a="http://schemas.openxmlformats.org/drawingml/2006/main">
              <a:ext uri="{FF2B5EF4-FFF2-40B4-BE49-F238E27FC236}">
                <a16:creationId xmlns:a16="http://schemas.microsoft.com/office/drawing/2014/main" id="{AB976CB6-3277-4A72-9C5D-88DE70AB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2" name="Shape 210">
            <a:extLst xmlns:a="http://schemas.openxmlformats.org/drawingml/2006/main">
              <a:ext uri="{FF2B5EF4-FFF2-40B4-BE49-F238E27FC236}">
                <a16:creationId xmlns:a16="http://schemas.microsoft.com/office/drawing/2014/main" id="{F8DB641A-75D4-4775-86D0-D902FEAB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3" name="Shape 211">
            <a:extLst xmlns:a="http://schemas.openxmlformats.org/drawingml/2006/main">
              <a:ext uri="{FF2B5EF4-FFF2-40B4-BE49-F238E27FC236}">
                <a16:creationId xmlns:a16="http://schemas.microsoft.com/office/drawing/2014/main" id="{F1CFB179-F2AC-465C-8206-31EA4431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4" name="Shape 212">
            <a:extLst xmlns:a="http://schemas.openxmlformats.org/drawingml/2006/main">
              <a:ext uri="{FF2B5EF4-FFF2-40B4-BE49-F238E27FC236}">
                <a16:creationId xmlns:a16="http://schemas.microsoft.com/office/drawing/2014/main" id="{945D542C-4F0B-487D-B65D-8639FF9E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5" name="Shape 213">
            <a:extLst xmlns:a="http://schemas.openxmlformats.org/drawingml/2006/main">
              <a:ext uri="{FF2B5EF4-FFF2-40B4-BE49-F238E27FC236}">
                <a16:creationId xmlns:a16="http://schemas.microsoft.com/office/drawing/2014/main" id="{55F4A030-2B20-4FBE-80BF-496DE1A3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6" name="Shape 214">
            <a:extLst xmlns:a="http://schemas.openxmlformats.org/drawingml/2006/main">
              <a:ext uri="{FF2B5EF4-FFF2-40B4-BE49-F238E27FC236}">
                <a16:creationId xmlns:a16="http://schemas.microsoft.com/office/drawing/2014/main" id="{E80EAD70-45DC-4EF5-A900-A8221B92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7" name="Shape 215">
            <a:extLst xmlns:a="http://schemas.openxmlformats.org/drawingml/2006/main">
              <a:ext uri="{FF2B5EF4-FFF2-40B4-BE49-F238E27FC236}">
                <a16:creationId xmlns:a16="http://schemas.microsoft.com/office/drawing/2014/main" id="{71C8D805-1B64-427C-B968-DA890BBC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8" name="Shape 216">
            <a:extLst xmlns:a="http://schemas.openxmlformats.org/drawingml/2006/main">
              <a:ext uri="{FF2B5EF4-FFF2-40B4-BE49-F238E27FC236}">
                <a16:creationId xmlns:a16="http://schemas.microsoft.com/office/drawing/2014/main" id="{59566EF9-C924-4715-80FC-F6042AC1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19" name="Shape 217">
            <a:extLst xmlns:a="http://schemas.openxmlformats.org/drawingml/2006/main">
              <a:ext uri="{FF2B5EF4-FFF2-40B4-BE49-F238E27FC236}">
                <a16:creationId xmlns:a16="http://schemas.microsoft.com/office/drawing/2014/main" id="{3310A8ED-77EB-4FB9-9DF0-B02D2C2F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0" name="Shape 218">
            <a:extLst xmlns:a="http://schemas.openxmlformats.org/drawingml/2006/main">
              <a:ext uri="{FF2B5EF4-FFF2-40B4-BE49-F238E27FC236}">
                <a16:creationId xmlns:a16="http://schemas.microsoft.com/office/drawing/2014/main" id="{F0ED6426-E6C5-478A-8C9B-3C900D52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1" name="Shape 219">
            <a:extLst xmlns:a="http://schemas.openxmlformats.org/drawingml/2006/main">
              <a:ext uri="{FF2B5EF4-FFF2-40B4-BE49-F238E27FC236}">
                <a16:creationId xmlns:a16="http://schemas.microsoft.com/office/drawing/2014/main" id="{0AB82B3D-7DF4-4E7B-A91D-024776AC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2" name="Shape 220">
            <a:extLst xmlns:a="http://schemas.openxmlformats.org/drawingml/2006/main">
              <a:ext uri="{FF2B5EF4-FFF2-40B4-BE49-F238E27FC236}">
                <a16:creationId xmlns:a16="http://schemas.microsoft.com/office/drawing/2014/main" id="{334298B3-8C62-4C2D-9E70-E17EE417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3" name="Shape 221">
            <a:extLst xmlns:a="http://schemas.openxmlformats.org/drawingml/2006/main">
              <a:ext uri="{FF2B5EF4-FFF2-40B4-BE49-F238E27FC236}">
                <a16:creationId xmlns:a16="http://schemas.microsoft.com/office/drawing/2014/main" id="{25EE11C6-B10C-4A1A-914E-66F457EC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4" name="Shape 222">
            <a:extLst xmlns:a="http://schemas.openxmlformats.org/drawingml/2006/main">
              <a:ext uri="{FF2B5EF4-FFF2-40B4-BE49-F238E27FC236}">
                <a16:creationId xmlns:a16="http://schemas.microsoft.com/office/drawing/2014/main" id="{6A9B6338-D3FE-4AAC-B7A8-2E2E4FF1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5" name="Shape 223">
            <a:extLst xmlns:a="http://schemas.openxmlformats.org/drawingml/2006/main">
              <a:ext uri="{FF2B5EF4-FFF2-40B4-BE49-F238E27FC236}">
                <a16:creationId xmlns:a16="http://schemas.microsoft.com/office/drawing/2014/main" id="{38F96562-A384-4858-9915-6D994D0F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6" name="Shape 224">
            <a:extLst xmlns:a="http://schemas.openxmlformats.org/drawingml/2006/main">
              <a:ext uri="{FF2B5EF4-FFF2-40B4-BE49-F238E27FC236}">
                <a16:creationId xmlns:a16="http://schemas.microsoft.com/office/drawing/2014/main" id="{3DB8A080-EE99-4B2A-AB7C-649AC733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7" name="Shape 225">
            <a:extLst xmlns:a="http://schemas.openxmlformats.org/drawingml/2006/main">
              <a:ext uri="{FF2B5EF4-FFF2-40B4-BE49-F238E27FC236}">
                <a16:creationId xmlns:a16="http://schemas.microsoft.com/office/drawing/2014/main" id="{6FB08356-A19E-42A1-83CE-0504962A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8" name="Shape 226">
            <a:extLst xmlns:a="http://schemas.openxmlformats.org/drawingml/2006/main">
              <a:ext uri="{FF2B5EF4-FFF2-40B4-BE49-F238E27FC236}">
                <a16:creationId xmlns:a16="http://schemas.microsoft.com/office/drawing/2014/main" id="{B1F27608-F7E4-4701-B7C2-B9931596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29" name="Shape 227">
            <a:extLst xmlns:a="http://schemas.openxmlformats.org/drawingml/2006/main">
              <a:ext uri="{FF2B5EF4-FFF2-40B4-BE49-F238E27FC236}">
                <a16:creationId xmlns:a16="http://schemas.microsoft.com/office/drawing/2014/main" id="{3088D5FF-22BA-43C8-969D-A64A9DE6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0" name="Shape 228">
            <a:extLst xmlns:a="http://schemas.openxmlformats.org/drawingml/2006/main">
              <a:ext uri="{FF2B5EF4-FFF2-40B4-BE49-F238E27FC236}">
                <a16:creationId xmlns:a16="http://schemas.microsoft.com/office/drawing/2014/main" id="{3264F4FF-3CE2-43F1-B8F0-65C08ED8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1" name="Shape 229">
            <a:extLst xmlns:a="http://schemas.openxmlformats.org/drawingml/2006/main">
              <a:ext uri="{FF2B5EF4-FFF2-40B4-BE49-F238E27FC236}">
                <a16:creationId xmlns:a16="http://schemas.microsoft.com/office/drawing/2014/main" id="{44E3033E-2872-420D-A414-6DECCB1D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2" name="Shape 230">
            <a:extLst xmlns:a="http://schemas.openxmlformats.org/drawingml/2006/main">
              <a:ext uri="{FF2B5EF4-FFF2-40B4-BE49-F238E27FC236}">
                <a16:creationId xmlns:a16="http://schemas.microsoft.com/office/drawing/2014/main" id="{6DB1AB0B-055C-4046-9756-13A6E5BF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3" name="Shape 231">
            <a:extLst xmlns:a="http://schemas.openxmlformats.org/drawingml/2006/main">
              <a:ext uri="{FF2B5EF4-FFF2-40B4-BE49-F238E27FC236}">
                <a16:creationId xmlns:a16="http://schemas.microsoft.com/office/drawing/2014/main" id="{C3861A46-5D47-4B05-A6C9-539B5974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4" name="Shape 232">
            <a:extLst xmlns:a="http://schemas.openxmlformats.org/drawingml/2006/main">
              <a:ext uri="{FF2B5EF4-FFF2-40B4-BE49-F238E27FC236}">
                <a16:creationId xmlns:a16="http://schemas.microsoft.com/office/drawing/2014/main" id="{703A274A-8D81-4869-AB9E-3CE3C88E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5" name="Shape 233">
            <a:extLst xmlns:a="http://schemas.openxmlformats.org/drawingml/2006/main">
              <a:ext uri="{FF2B5EF4-FFF2-40B4-BE49-F238E27FC236}">
                <a16:creationId xmlns:a16="http://schemas.microsoft.com/office/drawing/2014/main" id="{718F0012-1BD9-40A2-9159-714867A7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6" name="Shape 234">
            <a:extLst xmlns:a="http://schemas.openxmlformats.org/drawingml/2006/main">
              <a:ext uri="{FF2B5EF4-FFF2-40B4-BE49-F238E27FC236}">
                <a16:creationId xmlns:a16="http://schemas.microsoft.com/office/drawing/2014/main" id="{343072E5-AE21-4F58-B4B1-20ECD544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7" name="Shape 235">
            <a:extLst xmlns:a="http://schemas.openxmlformats.org/drawingml/2006/main">
              <a:ext uri="{FF2B5EF4-FFF2-40B4-BE49-F238E27FC236}">
                <a16:creationId xmlns:a16="http://schemas.microsoft.com/office/drawing/2014/main" id="{5B9AD3B6-28FB-49D0-81B6-45971A5B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8" name="Shape 236">
            <a:extLst xmlns:a="http://schemas.openxmlformats.org/drawingml/2006/main">
              <a:ext uri="{FF2B5EF4-FFF2-40B4-BE49-F238E27FC236}">
                <a16:creationId xmlns:a16="http://schemas.microsoft.com/office/drawing/2014/main" id="{50CA3BCE-272A-44DB-90A3-1D09426D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39" name="Shape 237">
            <a:extLst xmlns:a="http://schemas.openxmlformats.org/drawingml/2006/main">
              <a:ext uri="{FF2B5EF4-FFF2-40B4-BE49-F238E27FC236}">
                <a16:creationId xmlns:a16="http://schemas.microsoft.com/office/drawing/2014/main" id="{15A7D6DC-4E9F-4872-B072-F03AA312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0" name="Shape 238">
            <a:extLst xmlns:a="http://schemas.openxmlformats.org/drawingml/2006/main">
              <a:ext uri="{FF2B5EF4-FFF2-40B4-BE49-F238E27FC236}">
                <a16:creationId xmlns:a16="http://schemas.microsoft.com/office/drawing/2014/main" id="{36890C39-159F-4C0D-9A97-5E8E454D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1" name="Shape 239">
            <a:extLst xmlns:a="http://schemas.openxmlformats.org/drawingml/2006/main">
              <a:ext uri="{FF2B5EF4-FFF2-40B4-BE49-F238E27FC236}">
                <a16:creationId xmlns:a16="http://schemas.microsoft.com/office/drawing/2014/main" id="{940A2BD0-19AE-480A-B448-B3B28B17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2" name="Shape 240">
            <a:extLst xmlns:a="http://schemas.openxmlformats.org/drawingml/2006/main">
              <a:ext uri="{FF2B5EF4-FFF2-40B4-BE49-F238E27FC236}">
                <a16:creationId xmlns:a16="http://schemas.microsoft.com/office/drawing/2014/main" id="{22BA28F2-C2B7-4191-A117-FF79DD07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3" name="Shape 241">
            <a:extLst xmlns:a="http://schemas.openxmlformats.org/drawingml/2006/main">
              <a:ext uri="{FF2B5EF4-FFF2-40B4-BE49-F238E27FC236}">
                <a16:creationId xmlns:a16="http://schemas.microsoft.com/office/drawing/2014/main" id="{26432B76-5AF2-4E7A-A28A-067D2CF4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4" name="Shape 242">
            <a:extLst xmlns:a="http://schemas.openxmlformats.org/drawingml/2006/main">
              <a:ext uri="{FF2B5EF4-FFF2-40B4-BE49-F238E27FC236}">
                <a16:creationId xmlns:a16="http://schemas.microsoft.com/office/drawing/2014/main" id="{6469C284-4982-49DA-8379-F0CE9885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5" name="Shape 243">
            <a:extLst xmlns:a="http://schemas.openxmlformats.org/drawingml/2006/main">
              <a:ext uri="{FF2B5EF4-FFF2-40B4-BE49-F238E27FC236}">
                <a16:creationId xmlns:a16="http://schemas.microsoft.com/office/drawing/2014/main" id="{5681FE0E-3B5C-4B0D-99EC-DADFAA31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6" name="Shape 244">
            <a:extLst xmlns:a="http://schemas.openxmlformats.org/drawingml/2006/main">
              <a:ext uri="{FF2B5EF4-FFF2-40B4-BE49-F238E27FC236}">
                <a16:creationId xmlns:a16="http://schemas.microsoft.com/office/drawing/2014/main" id="{F3F146D3-A4A8-4205-AF0E-C48D846B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7" name="Shape 245">
            <a:extLst xmlns:a="http://schemas.openxmlformats.org/drawingml/2006/main">
              <a:ext uri="{FF2B5EF4-FFF2-40B4-BE49-F238E27FC236}">
                <a16:creationId xmlns:a16="http://schemas.microsoft.com/office/drawing/2014/main" id="{7E8EBB03-AF98-4984-87D9-5D4C9532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8" name="Shape 246">
            <a:extLst xmlns:a="http://schemas.openxmlformats.org/drawingml/2006/main">
              <a:ext uri="{FF2B5EF4-FFF2-40B4-BE49-F238E27FC236}">
                <a16:creationId xmlns:a16="http://schemas.microsoft.com/office/drawing/2014/main" id="{DF49A8E9-5A6F-47F7-B9D4-EDCA099F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49" name="Shape 247">
            <a:extLst xmlns:a="http://schemas.openxmlformats.org/drawingml/2006/main">
              <a:ext uri="{FF2B5EF4-FFF2-40B4-BE49-F238E27FC236}">
                <a16:creationId xmlns:a16="http://schemas.microsoft.com/office/drawing/2014/main" id="{72603CCB-60B7-43DF-BE4E-F8932A93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0" name="Shape 248">
            <a:extLst xmlns:a="http://schemas.openxmlformats.org/drawingml/2006/main">
              <a:ext uri="{FF2B5EF4-FFF2-40B4-BE49-F238E27FC236}">
                <a16:creationId xmlns:a16="http://schemas.microsoft.com/office/drawing/2014/main" id="{DEE2AFFF-2EAA-403C-80B1-ACE5C3C0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1" name="Shape 249">
            <a:extLst xmlns:a="http://schemas.openxmlformats.org/drawingml/2006/main">
              <a:ext uri="{FF2B5EF4-FFF2-40B4-BE49-F238E27FC236}">
                <a16:creationId xmlns:a16="http://schemas.microsoft.com/office/drawing/2014/main" id="{53C44F1A-4F14-450F-B443-F97CA776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2" name="Shape 250">
            <a:extLst xmlns:a="http://schemas.openxmlformats.org/drawingml/2006/main">
              <a:ext uri="{FF2B5EF4-FFF2-40B4-BE49-F238E27FC236}">
                <a16:creationId xmlns:a16="http://schemas.microsoft.com/office/drawing/2014/main" id="{63F08A62-D51E-4B06-8993-CF8DDEFD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3" name="Shape 251">
            <a:extLst xmlns:a="http://schemas.openxmlformats.org/drawingml/2006/main">
              <a:ext uri="{FF2B5EF4-FFF2-40B4-BE49-F238E27FC236}">
                <a16:creationId xmlns:a16="http://schemas.microsoft.com/office/drawing/2014/main" id="{F101A1AB-8F51-4288-BE42-A497E42C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4" name="Shape 252">
            <a:extLst xmlns:a="http://schemas.openxmlformats.org/drawingml/2006/main">
              <a:ext uri="{FF2B5EF4-FFF2-40B4-BE49-F238E27FC236}">
                <a16:creationId xmlns:a16="http://schemas.microsoft.com/office/drawing/2014/main" id="{9B87539A-11A5-401F-BD02-85522D88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5" name="Shape 253">
            <a:extLst xmlns:a="http://schemas.openxmlformats.org/drawingml/2006/main">
              <a:ext uri="{FF2B5EF4-FFF2-40B4-BE49-F238E27FC236}">
                <a16:creationId xmlns:a16="http://schemas.microsoft.com/office/drawing/2014/main" id="{C0C10525-F2D9-45E0-A430-DE737456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6" name="Shape 254">
            <a:extLst xmlns:a="http://schemas.openxmlformats.org/drawingml/2006/main">
              <a:ext uri="{FF2B5EF4-FFF2-40B4-BE49-F238E27FC236}">
                <a16:creationId xmlns:a16="http://schemas.microsoft.com/office/drawing/2014/main" id="{EF2ED419-B541-40E9-85DB-28C0FCBA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7" name="Shape 255">
            <a:extLst xmlns:a="http://schemas.openxmlformats.org/drawingml/2006/main">
              <a:ext uri="{FF2B5EF4-FFF2-40B4-BE49-F238E27FC236}">
                <a16:creationId xmlns:a16="http://schemas.microsoft.com/office/drawing/2014/main" id="{40A03068-153B-4642-AFF9-1604DE5E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8" name="Shape 256">
            <a:extLst xmlns:a="http://schemas.openxmlformats.org/drawingml/2006/main">
              <a:ext uri="{FF2B5EF4-FFF2-40B4-BE49-F238E27FC236}">
                <a16:creationId xmlns:a16="http://schemas.microsoft.com/office/drawing/2014/main" id="{090439FB-8244-4807-970E-03D1B660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59" name="Shape 257">
            <a:extLst xmlns:a="http://schemas.openxmlformats.org/drawingml/2006/main">
              <a:ext uri="{FF2B5EF4-FFF2-40B4-BE49-F238E27FC236}">
                <a16:creationId xmlns:a16="http://schemas.microsoft.com/office/drawing/2014/main" id="{C8344A8A-7ACF-4A6B-9A4C-BCA219D2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0" name="Shape 258">
            <a:extLst xmlns:a="http://schemas.openxmlformats.org/drawingml/2006/main">
              <a:ext uri="{FF2B5EF4-FFF2-40B4-BE49-F238E27FC236}">
                <a16:creationId xmlns:a16="http://schemas.microsoft.com/office/drawing/2014/main" id="{D6164C83-21AC-4A29-88BE-AD9161CB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1" name="Shape 259">
            <a:extLst xmlns:a="http://schemas.openxmlformats.org/drawingml/2006/main">
              <a:ext uri="{FF2B5EF4-FFF2-40B4-BE49-F238E27FC236}">
                <a16:creationId xmlns:a16="http://schemas.microsoft.com/office/drawing/2014/main" id="{6FF1A779-17F6-474A-B1ED-D3557D3A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2" name="Shape 260">
            <a:extLst xmlns:a="http://schemas.openxmlformats.org/drawingml/2006/main">
              <a:ext uri="{FF2B5EF4-FFF2-40B4-BE49-F238E27FC236}">
                <a16:creationId xmlns:a16="http://schemas.microsoft.com/office/drawing/2014/main" id="{27497C99-8759-479C-88D5-D62F5832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3" name="Shape 261">
            <a:extLst xmlns:a="http://schemas.openxmlformats.org/drawingml/2006/main">
              <a:ext uri="{FF2B5EF4-FFF2-40B4-BE49-F238E27FC236}">
                <a16:creationId xmlns:a16="http://schemas.microsoft.com/office/drawing/2014/main" id="{B40A7E88-FBBF-4D89-99F4-AF0635E6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4" name="Shape 262">
            <a:extLst xmlns:a="http://schemas.openxmlformats.org/drawingml/2006/main">
              <a:ext uri="{FF2B5EF4-FFF2-40B4-BE49-F238E27FC236}">
                <a16:creationId xmlns:a16="http://schemas.microsoft.com/office/drawing/2014/main" id="{B1AFFF14-00DB-422A-BCA4-55FF0E49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5" name="Shape 263">
            <a:extLst xmlns:a="http://schemas.openxmlformats.org/drawingml/2006/main">
              <a:ext uri="{FF2B5EF4-FFF2-40B4-BE49-F238E27FC236}">
                <a16:creationId xmlns:a16="http://schemas.microsoft.com/office/drawing/2014/main" id="{24E33384-8C3F-4E34-8181-50FBB601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6" name="Shape 264">
            <a:extLst xmlns:a="http://schemas.openxmlformats.org/drawingml/2006/main">
              <a:ext uri="{FF2B5EF4-FFF2-40B4-BE49-F238E27FC236}">
                <a16:creationId xmlns:a16="http://schemas.microsoft.com/office/drawing/2014/main" id="{C8EE4487-8C42-45FB-BD37-EE15048C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7" name="Shape 265">
            <a:extLst xmlns:a="http://schemas.openxmlformats.org/drawingml/2006/main">
              <a:ext uri="{FF2B5EF4-FFF2-40B4-BE49-F238E27FC236}">
                <a16:creationId xmlns:a16="http://schemas.microsoft.com/office/drawing/2014/main" id="{A582D5D7-3456-4812-A4C5-891E2D02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8" name="Shape 266">
            <a:extLst xmlns:a="http://schemas.openxmlformats.org/drawingml/2006/main">
              <a:ext uri="{FF2B5EF4-FFF2-40B4-BE49-F238E27FC236}">
                <a16:creationId xmlns:a16="http://schemas.microsoft.com/office/drawing/2014/main" id="{939BDF3A-E465-4CD3-988A-D2762878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69" name="Shape 267">
            <a:extLst xmlns:a="http://schemas.openxmlformats.org/drawingml/2006/main">
              <a:ext uri="{FF2B5EF4-FFF2-40B4-BE49-F238E27FC236}">
                <a16:creationId xmlns:a16="http://schemas.microsoft.com/office/drawing/2014/main" id="{F09077F5-C0B9-4900-B0DA-D86159CF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0" name="Shape 268">
            <a:extLst xmlns:a="http://schemas.openxmlformats.org/drawingml/2006/main">
              <a:ext uri="{FF2B5EF4-FFF2-40B4-BE49-F238E27FC236}">
                <a16:creationId xmlns:a16="http://schemas.microsoft.com/office/drawing/2014/main" id="{7D14BB3C-3E71-4056-92A3-46F7E31A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1" name="Shape 269">
            <a:extLst xmlns:a="http://schemas.openxmlformats.org/drawingml/2006/main">
              <a:ext uri="{FF2B5EF4-FFF2-40B4-BE49-F238E27FC236}">
                <a16:creationId xmlns:a16="http://schemas.microsoft.com/office/drawing/2014/main" id="{B2E69D92-4109-434A-9592-9DD6E2FA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2" name="Shape 270">
            <a:extLst xmlns:a="http://schemas.openxmlformats.org/drawingml/2006/main">
              <a:ext uri="{FF2B5EF4-FFF2-40B4-BE49-F238E27FC236}">
                <a16:creationId xmlns:a16="http://schemas.microsoft.com/office/drawing/2014/main" id="{3967409C-8D68-4429-A9C1-ED5F7215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3" name="Shape 271">
            <a:extLst xmlns:a="http://schemas.openxmlformats.org/drawingml/2006/main">
              <a:ext uri="{FF2B5EF4-FFF2-40B4-BE49-F238E27FC236}">
                <a16:creationId xmlns:a16="http://schemas.microsoft.com/office/drawing/2014/main" id="{84635691-B1C4-47B8-834E-E25D59ED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4" name="Shape 272">
            <a:extLst xmlns:a="http://schemas.openxmlformats.org/drawingml/2006/main">
              <a:ext uri="{FF2B5EF4-FFF2-40B4-BE49-F238E27FC236}">
                <a16:creationId xmlns:a16="http://schemas.microsoft.com/office/drawing/2014/main" id="{45EA6DE5-0D83-45D5-8F72-D8CF4E18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5" name="Shape 273">
            <a:extLst xmlns:a="http://schemas.openxmlformats.org/drawingml/2006/main">
              <a:ext uri="{FF2B5EF4-FFF2-40B4-BE49-F238E27FC236}">
                <a16:creationId xmlns:a16="http://schemas.microsoft.com/office/drawing/2014/main" id="{BBC27046-9362-4816-92F1-C7A01901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6" name="Shape 274">
            <a:extLst xmlns:a="http://schemas.openxmlformats.org/drawingml/2006/main">
              <a:ext uri="{FF2B5EF4-FFF2-40B4-BE49-F238E27FC236}">
                <a16:creationId xmlns:a16="http://schemas.microsoft.com/office/drawing/2014/main" id="{B90A9DA7-BBD0-401B-B7AD-F472A21E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7" name="Shape 275">
            <a:extLst xmlns:a="http://schemas.openxmlformats.org/drawingml/2006/main">
              <a:ext uri="{FF2B5EF4-FFF2-40B4-BE49-F238E27FC236}">
                <a16:creationId xmlns:a16="http://schemas.microsoft.com/office/drawing/2014/main" id="{50E9005D-CC2B-426D-983F-AAA47206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8" name="Shape 276">
            <a:extLst xmlns:a="http://schemas.openxmlformats.org/drawingml/2006/main">
              <a:ext uri="{FF2B5EF4-FFF2-40B4-BE49-F238E27FC236}">
                <a16:creationId xmlns:a16="http://schemas.microsoft.com/office/drawing/2014/main" id="{AE2E602B-79BD-49B9-9975-D023EFB3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79" name="Shape 277">
            <a:extLst xmlns:a="http://schemas.openxmlformats.org/drawingml/2006/main">
              <a:ext uri="{FF2B5EF4-FFF2-40B4-BE49-F238E27FC236}">
                <a16:creationId xmlns:a16="http://schemas.microsoft.com/office/drawing/2014/main" id="{62D435F4-77BE-4320-94DD-50388088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0" name="Shape 278">
            <a:extLst xmlns:a="http://schemas.openxmlformats.org/drawingml/2006/main">
              <a:ext uri="{FF2B5EF4-FFF2-40B4-BE49-F238E27FC236}">
                <a16:creationId xmlns:a16="http://schemas.microsoft.com/office/drawing/2014/main" id="{F081FE03-1F37-4B5D-B174-FC699C64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1" name="Shape 279">
            <a:extLst xmlns:a="http://schemas.openxmlformats.org/drawingml/2006/main">
              <a:ext uri="{FF2B5EF4-FFF2-40B4-BE49-F238E27FC236}">
                <a16:creationId xmlns:a16="http://schemas.microsoft.com/office/drawing/2014/main" id="{72EB1944-2F79-4A60-B30D-552B826F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2" name="Shape 280">
            <a:extLst xmlns:a="http://schemas.openxmlformats.org/drawingml/2006/main">
              <a:ext uri="{FF2B5EF4-FFF2-40B4-BE49-F238E27FC236}">
                <a16:creationId xmlns:a16="http://schemas.microsoft.com/office/drawing/2014/main" id="{215350BD-0F12-4E53-BF6B-23F90F31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3" name="Shape 281">
            <a:extLst xmlns:a="http://schemas.openxmlformats.org/drawingml/2006/main">
              <a:ext uri="{FF2B5EF4-FFF2-40B4-BE49-F238E27FC236}">
                <a16:creationId xmlns:a16="http://schemas.microsoft.com/office/drawing/2014/main" id="{FE8A0098-916C-4B89-8802-80432EE3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4" name="Shape 282">
            <a:extLst xmlns:a="http://schemas.openxmlformats.org/drawingml/2006/main">
              <a:ext uri="{FF2B5EF4-FFF2-40B4-BE49-F238E27FC236}">
                <a16:creationId xmlns:a16="http://schemas.microsoft.com/office/drawing/2014/main" id="{2AA72159-4262-4C9A-A380-7FA3D82D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5" name="Shape 283">
            <a:extLst xmlns:a="http://schemas.openxmlformats.org/drawingml/2006/main">
              <a:ext uri="{FF2B5EF4-FFF2-40B4-BE49-F238E27FC236}">
                <a16:creationId xmlns:a16="http://schemas.microsoft.com/office/drawing/2014/main" id="{CCDFE2CB-055C-4C80-A36E-1F82B4DA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6" name="Shape 284">
            <a:extLst xmlns:a="http://schemas.openxmlformats.org/drawingml/2006/main">
              <a:ext uri="{FF2B5EF4-FFF2-40B4-BE49-F238E27FC236}">
                <a16:creationId xmlns:a16="http://schemas.microsoft.com/office/drawing/2014/main" id="{784713DD-03EE-4719-B94F-05607578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7" name="Shape 285">
            <a:extLst xmlns:a="http://schemas.openxmlformats.org/drawingml/2006/main">
              <a:ext uri="{FF2B5EF4-FFF2-40B4-BE49-F238E27FC236}">
                <a16:creationId xmlns:a16="http://schemas.microsoft.com/office/drawing/2014/main" id="{A9F54BF0-7A80-4DE8-AB90-E3B8964F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8" name="Shape 286">
            <a:extLst xmlns:a="http://schemas.openxmlformats.org/drawingml/2006/main">
              <a:ext uri="{FF2B5EF4-FFF2-40B4-BE49-F238E27FC236}">
                <a16:creationId xmlns:a16="http://schemas.microsoft.com/office/drawing/2014/main" id="{46E90AC3-A4BC-4322-BF81-311B3312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89" name="Shape 287">
            <a:extLst xmlns:a="http://schemas.openxmlformats.org/drawingml/2006/main">
              <a:ext uri="{FF2B5EF4-FFF2-40B4-BE49-F238E27FC236}">
                <a16:creationId xmlns:a16="http://schemas.microsoft.com/office/drawing/2014/main" id="{18F90ED1-99DE-4A64-A4A8-3C9C30B3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0" name="Shape 288">
            <a:extLst xmlns:a="http://schemas.openxmlformats.org/drawingml/2006/main">
              <a:ext uri="{FF2B5EF4-FFF2-40B4-BE49-F238E27FC236}">
                <a16:creationId xmlns:a16="http://schemas.microsoft.com/office/drawing/2014/main" id="{6A373F1A-C3E4-4641-98C6-EB057474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1" name="Shape 289">
            <a:extLst xmlns:a="http://schemas.openxmlformats.org/drawingml/2006/main">
              <a:ext uri="{FF2B5EF4-FFF2-40B4-BE49-F238E27FC236}">
                <a16:creationId xmlns:a16="http://schemas.microsoft.com/office/drawing/2014/main" id="{D0C05AA4-8ECE-47A6-A329-84E4381A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2" name="Shape 290">
            <a:extLst xmlns:a="http://schemas.openxmlformats.org/drawingml/2006/main">
              <a:ext uri="{FF2B5EF4-FFF2-40B4-BE49-F238E27FC236}">
                <a16:creationId xmlns:a16="http://schemas.microsoft.com/office/drawing/2014/main" id="{9ED5F210-164F-4ADB-BD45-90ACE5F3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3" name="Shape 291">
            <a:extLst xmlns:a="http://schemas.openxmlformats.org/drawingml/2006/main">
              <a:ext uri="{FF2B5EF4-FFF2-40B4-BE49-F238E27FC236}">
                <a16:creationId xmlns:a16="http://schemas.microsoft.com/office/drawing/2014/main" id="{59EC16E2-06E2-4896-8278-04FF2697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4" name="Shape 292">
            <a:extLst xmlns:a="http://schemas.openxmlformats.org/drawingml/2006/main">
              <a:ext uri="{FF2B5EF4-FFF2-40B4-BE49-F238E27FC236}">
                <a16:creationId xmlns:a16="http://schemas.microsoft.com/office/drawing/2014/main" id="{EEAB0AFA-B57C-4F32-A7F2-7DEDB670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5" name="Shape 293">
            <a:extLst xmlns:a="http://schemas.openxmlformats.org/drawingml/2006/main">
              <a:ext uri="{FF2B5EF4-FFF2-40B4-BE49-F238E27FC236}">
                <a16:creationId xmlns:a16="http://schemas.microsoft.com/office/drawing/2014/main" id="{05B1E6C0-B445-4056-A242-67743320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6" name="Shape 294">
            <a:extLst xmlns:a="http://schemas.openxmlformats.org/drawingml/2006/main">
              <a:ext uri="{FF2B5EF4-FFF2-40B4-BE49-F238E27FC236}">
                <a16:creationId xmlns:a16="http://schemas.microsoft.com/office/drawing/2014/main" id="{1AA0B2A1-00DF-4F61-AC15-B3656CB9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7" name="Shape 295">
            <a:extLst xmlns:a="http://schemas.openxmlformats.org/drawingml/2006/main">
              <a:ext uri="{FF2B5EF4-FFF2-40B4-BE49-F238E27FC236}">
                <a16:creationId xmlns:a16="http://schemas.microsoft.com/office/drawing/2014/main" id="{B4A9D835-1E93-45A2-99B9-E0A54C45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8" name="Shape 296">
            <a:extLst xmlns:a="http://schemas.openxmlformats.org/drawingml/2006/main">
              <a:ext uri="{FF2B5EF4-FFF2-40B4-BE49-F238E27FC236}">
                <a16:creationId xmlns:a16="http://schemas.microsoft.com/office/drawing/2014/main" id="{95376032-15CE-4935-A6B4-B931AF04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299" name="Shape 297">
            <a:extLst xmlns:a="http://schemas.openxmlformats.org/drawingml/2006/main">
              <a:ext uri="{FF2B5EF4-FFF2-40B4-BE49-F238E27FC236}">
                <a16:creationId xmlns:a16="http://schemas.microsoft.com/office/drawing/2014/main" id="{4AB5F427-5C18-45D0-8E52-0CFAEBFF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0" name="Shape 298">
            <a:extLst xmlns:a="http://schemas.openxmlformats.org/drawingml/2006/main">
              <a:ext uri="{FF2B5EF4-FFF2-40B4-BE49-F238E27FC236}">
                <a16:creationId xmlns:a16="http://schemas.microsoft.com/office/drawing/2014/main" id="{8702E330-3CA9-400D-BF1A-A10E0750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1" name="Shape 299">
            <a:extLst xmlns:a="http://schemas.openxmlformats.org/drawingml/2006/main">
              <a:ext uri="{FF2B5EF4-FFF2-40B4-BE49-F238E27FC236}">
                <a16:creationId xmlns:a16="http://schemas.microsoft.com/office/drawing/2014/main" id="{D2B9391C-C59B-4114-929E-BCCDF000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2" name="Shape 300">
            <a:extLst xmlns:a="http://schemas.openxmlformats.org/drawingml/2006/main">
              <a:ext uri="{FF2B5EF4-FFF2-40B4-BE49-F238E27FC236}">
                <a16:creationId xmlns:a16="http://schemas.microsoft.com/office/drawing/2014/main" id="{D36A8D93-B7E9-4111-A438-4FC468B3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3" name="Shape 301">
            <a:extLst xmlns:a="http://schemas.openxmlformats.org/drawingml/2006/main">
              <a:ext uri="{FF2B5EF4-FFF2-40B4-BE49-F238E27FC236}">
                <a16:creationId xmlns:a16="http://schemas.microsoft.com/office/drawing/2014/main" id="{313D02A4-7F74-4AD2-BDBA-81B5F684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4" name="Shape 302">
            <a:extLst xmlns:a="http://schemas.openxmlformats.org/drawingml/2006/main">
              <a:ext uri="{FF2B5EF4-FFF2-40B4-BE49-F238E27FC236}">
                <a16:creationId xmlns:a16="http://schemas.microsoft.com/office/drawing/2014/main" id="{DA609197-E65B-4553-80DC-EF12B5BE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5" name="Shape 303">
            <a:extLst xmlns:a="http://schemas.openxmlformats.org/drawingml/2006/main">
              <a:ext uri="{FF2B5EF4-FFF2-40B4-BE49-F238E27FC236}">
                <a16:creationId xmlns:a16="http://schemas.microsoft.com/office/drawing/2014/main" id="{4FADF604-2827-47FB-9D50-BB265FF0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6" name="Shape 304">
            <a:extLst xmlns:a="http://schemas.openxmlformats.org/drawingml/2006/main">
              <a:ext uri="{FF2B5EF4-FFF2-40B4-BE49-F238E27FC236}">
                <a16:creationId xmlns:a16="http://schemas.microsoft.com/office/drawing/2014/main" id="{B8DCB59F-9A52-4FF7-81CB-DF6BDB00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7" name="Shape 305">
            <a:extLst xmlns:a="http://schemas.openxmlformats.org/drawingml/2006/main">
              <a:ext uri="{FF2B5EF4-FFF2-40B4-BE49-F238E27FC236}">
                <a16:creationId xmlns:a16="http://schemas.microsoft.com/office/drawing/2014/main" id="{3A346B24-52F1-4763-9F5D-C945889F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8" name="Shape 306">
            <a:extLst xmlns:a="http://schemas.openxmlformats.org/drawingml/2006/main">
              <a:ext uri="{FF2B5EF4-FFF2-40B4-BE49-F238E27FC236}">
                <a16:creationId xmlns:a16="http://schemas.microsoft.com/office/drawing/2014/main" id="{848616C8-B1CC-4141-9627-116AA2C9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09" name="Shape 307">
            <a:extLst xmlns:a="http://schemas.openxmlformats.org/drawingml/2006/main">
              <a:ext uri="{FF2B5EF4-FFF2-40B4-BE49-F238E27FC236}">
                <a16:creationId xmlns:a16="http://schemas.microsoft.com/office/drawing/2014/main" id="{22516252-763E-43CE-AC6F-618FA32F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0" name="Shape 308">
            <a:extLst xmlns:a="http://schemas.openxmlformats.org/drawingml/2006/main">
              <a:ext uri="{FF2B5EF4-FFF2-40B4-BE49-F238E27FC236}">
                <a16:creationId xmlns:a16="http://schemas.microsoft.com/office/drawing/2014/main" id="{1B3CFCA0-AD3D-42C3-841C-80D31F9E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1" name="Shape 309">
            <a:extLst xmlns:a="http://schemas.openxmlformats.org/drawingml/2006/main">
              <a:ext uri="{FF2B5EF4-FFF2-40B4-BE49-F238E27FC236}">
                <a16:creationId xmlns:a16="http://schemas.microsoft.com/office/drawing/2014/main" id="{CD8EA115-8055-466A-83D7-3C4B2B08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2" name="Shape 310">
            <a:extLst xmlns:a="http://schemas.openxmlformats.org/drawingml/2006/main">
              <a:ext uri="{FF2B5EF4-FFF2-40B4-BE49-F238E27FC236}">
                <a16:creationId xmlns:a16="http://schemas.microsoft.com/office/drawing/2014/main" id="{319BBD65-0BB0-4478-971B-58BB3315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3" name="Shape 311">
            <a:extLst xmlns:a="http://schemas.openxmlformats.org/drawingml/2006/main">
              <a:ext uri="{FF2B5EF4-FFF2-40B4-BE49-F238E27FC236}">
                <a16:creationId xmlns:a16="http://schemas.microsoft.com/office/drawing/2014/main" id="{D0654BAA-944B-437D-90D0-2B553AFF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4" name="Shape 312">
            <a:extLst xmlns:a="http://schemas.openxmlformats.org/drawingml/2006/main">
              <a:ext uri="{FF2B5EF4-FFF2-40B4-BE49-F238E27FC236}">
                <a16:creationId xmlns:a16="http://schemas.microsoft.com/office/drawing/2014/main" id="{24388BCB-B627-4C33-A687-F2F4344E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5" name="Shape 313">
            <a:extLst xmlns:a="http://schemas.openxmlformats.org/drawingml/2006/main">
              <a:ext uri="{FF2B5EF4-FFF2-40B4-BE49-F238E27FC236}">
                <a16:creationId xmlns:a16="http://schemas.microsoft.com/office/drawing/2014/main" id="{195C76EE-48DE-4D37-AEE2-AC0403B1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6" name="Shape 314">
            <a:extLst xmlns:a="http://schemas.openxmlformats.org/drawingml/2006/main">
              <a:ext uri="{FF2B5EF4-FFF2-40B4-BE49-F238E27FC236}">
                <a16:creationId xmlns:a16="http://schemas.microsoft.com/office/drawing/2014/main" id="{57BA7B90-A74E-4641-9E2D-66BEEB05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7" name="Shape 315">
            <a:extLst xmlns:a="http://schemas.openxmlformats.org/drawingml/2006/main">
              <a:ext uri="{FF2B5EF4-FFF2-40B4-BE49-F238E27FC236}">
                <a16:creationId xmlns:a16="http://schemas.microsoft.com/office/drawing/2014/main" id="{E8F6532A-FA37-4270-9CD2-ECC6E346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8" name="Shape 316">
            <a:extLst xmlns:a="http://schemas.openxmlformats.org/drawingml/2006/main">
              <a:ext uri="{FF2B5EF4-FFF2-40B4-BE49-F238E27FC236}">
                <a16:creationId xmlns:a16="http://schemas.microsoft.com/office/drawing/2014/main" id="{E8EBEC68-9A5C-4C8A-A72A-2497A6D2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19" name="Shape 317">
            <a:extLst xmlns:a="http://schemas.openxmlformats.org/drawingml/2006/main">
              <a:ext uri="{FF2B5EF4-FFF2-40B4-BE49-F238E27FC236}">
                <a16:creationId xmlns:a16="http://schemas.microsoft.com/office/drawing/2014/main" id="{779D4C5B-D0C6-47C3-9B59-2CA68F36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0" name="Shape 318">
            <a:extLst xmlns:a="http://schemas.openxmlformats.org/drawingml/2006/main">
              <a:ext uri="{FF2B5EF4-FFF2-40B4-BE49-F238E27FC236}">
                <a16:creationId xmlns:a16="http://schemas.microsoft.com/office/drawing/2014/main" id="{3A61A79D-2DB8-461C-AD05-A26780E0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1" name="Shape 319">
            <a:extLst xmlns:a="http://schemas.openxmlformats.org/drawingml/2006/main">
              <a:ext uri="{FF2B5EF4-FFF2-40B4-BE49-F238E27FC236}">
                <a16:creationId xmlns:a16="http://schemas.microsoft.com/office/drawing/2014/main" id="{A1E9E667-5C13-453F-952F-4E00EDEA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2" name="Shape 320">
            <a:extLst xmlns:a="http://schemas.openxmlformats.org/drawingml/2006/main">
              <a:ext uri="{FF2B5EF4-FFF2-40B4-BE49-F238E27FC236}">
                <a16:creationId xmlns:a16="http://schemas.microsoft.com/office/drawing/2014/main" id="{76FAD497-3D0A-49F5-8ECD-069CB9DF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3" name="Shape 321">
            <a:extLst xmlns:a="http://schemas.openxmlformats.org/drawingml/2006/main">
              <a:ext uri="{FF2B5EF4-FFF2-40B4-BE49-F238E27FC236}">
                <a16:creationId xmlns:a16="http://schemas.microsoft.com/office/drawing/2014/main" id="{6BE69400-3D89-4E14-9245-6DBFC819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4" name="Shape 322">
            <a:extLst xmlns:a="http://schemas.openxmlformats.org/drawingml/2006/main">
              <a:ext uri="{FF2B5EF4-FFF2-40B4-BE49-F238E27FC236}">
                <a16:creationId xmlns:a16="http://schemas.microsoft.com/office/drawing/2014/main" id="{5673A58B-5FAE-43B7-B0D6-E2D0C81B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5" name="Shape 323">
            <a:extLst xmlns:a="http://schemas.openxmlformats.org/drawingml/2006/main">
              <a:ext uri="{FF2B5EF4-FFF2-40B4-BE49-F238E27FC236}">
                <a16:creationId xmlns:a16="http://schemas.microsoft.com/office/drawing/2014/main" id="{A408AE48-73D3-44EE-BAE9-AC74F575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6" name="Shape 324">
            <a:extLst xmlns:a="http://schemas.openxmlformats.org/drawingml/2006/main">
              <a:ext uri="{FF2B5EF4-FFF2-40B4-BE49-F238E27FC236}">
                <a16:creationId xmlns:a16="http://schemas.microsoft.com/office/drawing/2014/main" id="{1D181D8D-4C55-4CF1-9A0E-6559DFC7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7" name="Shape 325">
            <a:extLst xmlns:a="http://schemas.openxmlformats.org/drawingml/2006/main">
              <a:ext uri="{FF2B5EF4-FFF2-40B4-BE49-F238E27FC236}">
                <a16:creationId xmlns:a16="http://schemas.microsoft.com/office/drawing/2014/main" id="{84C838F4-A52E-432D-9238-95975C9F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8" name="Shape 326">
            <a:extLst xmlns:a="http://schemas.openxmlformats.org/drawingml/2006/main">
              <a:ext uri="{FF2B5EF4-FFF2-40B4-BE49-F238E27FC236}">
                <a16:creationId xmlns:a16="http://schemas.microsoft.com/office/drawing/2014/main" id="{6E31F4EC-80CA-4404-9B6E-ADF4BFE7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29" name="Shape 327">
            <a:extLst xmlns:a="http://schemas.openxmlformats.org/drawingml/2006/main">
              <a:ext uri="{FF2B5EF4-FFF2-40B4-BE49-F238E27FC236}">
                <a16:creationId xmlns:a16="http://schemas.microsoft.com/office/drawing/2014/main" id="{175B6AD8-FD90-4015-914E-E10C89DF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0" name="Shape 328">
            <a:extLst xmlns:a="http://schemas.openxmlformats.org/drawingml/2006/main">
              <a:ext uri="{FF2B5EF4-FFF2-40B4-BE49-F238E27FC236}">
                <a16:creationId xmlns:a16="http://schemas.microsoft.com/office/drawing/2014/main" id="{498FDD5E-C724-4751-B071-C1B21D43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1" name="Shape 329">
            <a:extLst xmlns:a="http://schemas.openxmlformats.org/drawingml/2006/main">
              <a:ext uri="{FF2B5EF4-FFF2-40B4-BE49-F238E27FC236}">
                <a16:creationId xmlns:a16="http://schemas.microsoft.com/office/drawing/2014/main" id="{0A96B9DF-CC3E-4D56-A130-1020A7A8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2" name="Shape 330">
            <a:extLst xmlns:a="http://schemas.openxmlformats.org/drawingml/2006/main">
              <a:ext uri="{FF2B5EF4-FFF2-40B4-BE49-F238E27FC236}">
                <a16:creationId xmlns:a16="http://schemas.microsoft.com/office/drawing/2014/main" id="{412D8F01-1ACA-4A34-A2D1-9D01AEBC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3" name="Shape 331">
            <a:extLst xmlns:a="http://schemas.openxmlformats.org/drawingml/2006/main">
              <a:ext uri="{FF2B5EF4-FFF2-40B4-BE49-F238E27FC236}">
                <a16:creationId xmlns:a16="http://schemas.microsoft.com/office/drawing/2014/main" id="{AACD8EFE-978E-4589-894E-5D8AF5DC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4" name="Shape 332">
            <a:extLst xmlns:a="http://schemas.openxmlformats.org/drawingml/2006/main">
              <a:ext uri="{FF2B5EF4-FFF2-40B4-BE49-F238E27FC236}">
                <a16:creationId xmlns:a16="http://schemas.microsoft.com/office/drawing/2014/main" id="{A16E7A50-F16A-415F-8F52-87189C00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5" name="Shape 333">
            <a:extLst xmlns:a="http://schemas.openxmlformats.org/drawingml/2006/main">
              <a:ext uri="{FF2B5EF4-FFF2-40B4-BE49-F238E27FC236}">
                <a16:creationId xmlns:a16="http://schemas.microsoft.com/office/drawing/2014/main" id="{A9C15D54-8A03-488A-94D5-3D345948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6" name="Shape 334">
            <a:extLst xmlns:a="http://schemas.openxmlformats.org/drawingml/2006/main">
              <a:ext uri="{FF2B5EF4-FFF2-40B4-BE49-F238E27FC236}">
                <a16:creationId xmlns:a16="http://schemas.microsoft.com/office/drawing/2014/main" id="{45E81560-336D-46C5-94D9-E9FB5121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7" name="Shape 335">
            <a:extLst xmlns:a="http://schemas.openxmlformats.org/drawingml/2006/main">
              <a:ext uri="{FF2B5EF4-FFF2-40B4-BE49-F238E27FC236}">
                <a16:creationId xmlns:a16="http://schemas.microsoft.com/office/drawing/2014/main" id="{C18F0351-2242-4863-98E3-6C194E63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8" name="Shape 336">
            <a:extLst xmlns:a="http://schemas.openxmlformats.org/drawingml/2006/main">
              <a:ext uri="{FF2B5EF4-FFF2-40B4-BE49-F238E27FC236}">
                <a16:creationId xmlns:a16="http://schemas.microsoft.com/office/drawing/2014/main" id="{7FAE1DBC-D1D7-4DD3-8122-90FEB6CE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39" name="Shape 337">
            <a:extLst xmlns:a="http://schemas.openxmlformats.org/drawingml/2006/main">
              <a:ext uri="{FF2B5EF4-FFF2-40B4-BE49-F238E27FC236}">
                <a16:creationId xmlns:a16="http://schemas.microsoft.com/office/drawing/2014/main" id="{79134EEF-D5B9-4F5E-B648-ABB883DE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0" name="Shape 338">
            <a:extLst xmlns:a="http://schemas.openxmlformats.org/drawingml/2006/main">
              <a:ext uri="{FF2B5EF4-FFF2-40B4-BE49-F238E27FC236}">
                <a16:creationId xmlns:a16="http://schemas.microsoft.com/office/drawing/2014/main" id="{9C59B2E2-647D-499F-BC8E-3274EF3C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1" name="Shape 339">
            <a:extLst xmlns:a="http://schemas.openxmlformats.org/drawingml/2006/main">
              <a:ext uri="{FF2B5EF4-FFF2-40B4-BE49-F238E27FC236}">
                <a16:creationId xmlns:a16="http://schemas.microsoft.com/office/drawing/2014/main" id="{9C4BFEE6-CA8E-4002-BF16-87961F0F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2" name="Shape 340">
            <a:extLst xmlns:a="http://schemas.openxmlformats.org/drawingml/2006/main">
              <a:ext uri="{FF2B5EF4-FFF2-40B4-BE49-F238E27FC236}">
                <a16:creationId xmlns:a16="http://schemas.microsoft.com/office/drawing/2014/main" id="{DE5118C2-05CF-4C21-A0ED-25F10E62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3" name="Shape 341">
            <a:extLst xmlns:a="http://schemas.openxmlformats.org/drawingml/2006/main">
              <a:ext uri="{FF2B5EF4-FFF2-40B4-BE49-F238E27FC236}">
                <a16:creationId xmlns:a16="http://schemas.microsoft.com/office/drawing/2014/main" id="{86447E0E-3BDD-40C2-9ED1-77237040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4" name="Shape 342">
            <a:extLst xmlns:a="http://schemas.openxmlformats.org/drawingml/2006/main">
              <a:ext uri="{FF2B5EF4-FFF2-40B4-BE49-F238E27FC236}">
                <a16:creationId xmlns:a16="http://schemas.microsoft.com/office/drawing/2014/main" id="{BAC41344-0989-4ED7-885D-5FE82C11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5" name="Shape 343">
            <a:extLst xmlns:a="http://schemas.openxmlformats.org/drawingml/2006/main">
              <a:ext uri="{FF2B5EF4-FFF2-40B4-BE49-F238E27FC236}">
                <a16:creationId xmlns:a16="http://schemas.microsoft.com/office/drawing/2014/main" id="{208CDB03-ECDE-47DD-B0A4-03FE0406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6" name="Shape 344">
            <a:extLst xmlns:a="http://schemas.openxmlformats.org/drawingml/2006/main">
              <a:ext uri="{FF2B5EF4-FFF2-40B4-BE49-F238E27FC236}">
                <a16:creationId xmlns:a16="http://schemas.microsoft.com/office/drawing/2014/main" id="{D3B1F9E6-DA7E-4D89-9656-DA57D14D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7" name="Shape 345">
            <a:extLst xmlns:a="http://schemas.openxmlformats.org/drawingml/2006/main">
              <a:ext uri="{FF2B5EF4-FFF2-40B4-BE49-F238E27FC236}">
                <a16:creationId xmlns:a16="http://schemas.microsoft.com/office/drawing/2014/main" id="{4705EFD5-68D7-42BD-95E4-FCFACD7A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8" name="Shape 346">
            <a:extLst xmlns:a="http://schemas.openxmlformats.org/drawingml/2006/main">
              <a:ext uri="{FF2B5EF4-FFF2-40B4-BE49-F238E27FC236}">
                <a16:creationId xmlns:a16="http://schemas.microsoft.com/office/drawing/2014/main" id="{7B52B1A3-8859-4CA7-A64B-81F4C728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49" name="Shape 347">
            <a:extLst xmlns:a="http://schemas.openxmlformats.org/drawingml/2006/main">
              <a:ext uri="{FF2B5EF4-FFF2-40B4-BE49-F238E27FC236}">
                <a16:creationId xmlns:a16="http://schemas.microsoft.com/office/drawing/2014/main" id="{92F5C6A3-15B4-4B6E-B775-2021C062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0" name="Shape 348">
            <a:extLst xmlns:a="http://schemas.openxmlformats.org/drawingml/2006/main">
              <a:ext uri="{FF2B5EF4-FFF2-40B4-BE49-F238E27FC236}">
                <a16:creationId xmlns:a16="http://schemas.microsoft.com/office/drawing/2014/main" id="{E3B40EE8-4552-455F-A60A-251DCC85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1" name="Shape 349">
            <a:extLst xmlns:a="http://schemas.openxmlformats.org/drawingml/2006/main">
              <a:ext uri="{FF2B5EF4-FFF2-40B4-BE49-F238E27FC236}">
                <a16:creationId xmlns:a16="http://schemas.microsoft.com/office/drawing/2014/main" id="{4FAD38B3-B3B1-4413-8AA0-ACB3826D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2" name="Shape 350">
            <a:extLst xmlns:a="http://schemas.openxmlformats.org/drawingml/2006/main">
              <a:ext uri="{FF2B5EF4-FFF2-40B4-BE49-F238E27FC236}">
                <a16:creationId xmlns:a16="http://schemas.microsoft.com/office/drawing/2014/main" id="{1F908492-A148-415B-839F-C7E06516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3" name="Shape 351">
            <a:extLst xmlns:a="http://schemas.openxmlformats.org/drawingml/2006/main">
              <a:ext uri="{FF2B5EF4-FFF2-40B4-BE49-F238E27FC236}">
                <a16:creationId xmlns:a16="http://schemas.microsoft.com/office/drawing/2014/main" id="{FB4F999A-5F47-4A9B-8A9A-5FA74A20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4" name="Shape 352">
            <a:extLst xmlns:a="http://schemas.openxmlformats.org/drawingml/2006/main">
              <a:ext uri="{FF2B5EF4-FFF2-40B4-BE49-F238E27FC236}">
                <a16:creationId xmlns:a16="http://schemas.microsoft.com/office/drawing/2014/main" id="{31D1884A-F650-4655-9E80-E3D4BB8C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5" name="Shape 353">
            <a:extLst xmlns:a="http://schemas.openxmlformats.org/drawingml/2006/main">
              <a:ext uri="{FF2B5EF4-FFF2-40B4-BE49-F238E27FC236}">
                <a16:creationId xmlns:a16="http://schemas.microsoft.com/office/drawing/2014/main" id="{65B824A9-37EA-4C30-BD31-8A1AF04A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6" name="Shape 354">
            <a:extLst xmlns:a="http://schemas.openxmlformats.org/drawingml/2006/main">
              <a:ext uri="{FF2B5EF4-FFF2-40B4-BE49-F238E27FC236}">
                <a16:creationId xmlns:a16="http://schemas.microsoft.com/office/drawing/2014/main" id="{C2DFE442-4AC4-41D2-AA6E-9EED5305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7" name="Shape 355">
            <a:extLst xmlns:a="http://schemas.openxmlformats.org/drawingml/2006/main">
              <a:ext uri="{FF2B5EF4-FFF2-40B4-BE49-F238E27FC236}">
                <a16:creationId xmlns:a16="http://schemas.microsoft.com/office/drawing/2014/main" id="{7F48AE5F-382C-49FB-AAC0-15CEE232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8" name="Shape 356">
            <a:extLst xmlns:a="http://schemas.openxmlformats.org/drawingml/2006/main">
              <a:ext uri="{FF2B5EF4-FFF2-40B4-BE49-F238E27FC236}">
                <a16:creationId xmlns:a16="http://schemas.microsoft.com/office/drawing/2014/main" id="{79968E21-233B-4A7D-B8D9-C03555A7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59" name="Shape 357">
            <a:extLst xmlns:a="http://schemas.openxmlformats.org/drawingml/2006/main">
              <a:ext uri="{FF2B5EF4-FFF2-40B4-BE49-F238E27FC236}">
                <a16:creationId xmlns:a16="http://schemas.microsoft.com/office/drawing/2014/main" id="{4D767D43-E66B-4FF9-B5AA-179B0FA2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0" name="Shape 358">
            <a:extLst xmlns:a="http://schemas.openxmlformats.org/drawingml/2006/main">
              <a:ext uri="{FF2B5EF4-FFF2-40B4-BE49-F238E27FC236}">
                <a16:creationId xmlns:a16="http://schemas.microsoft.com/office/drawing/2014/main" id="{63C03417-C222-40C1-8AB8-E44C226A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1" name="Shape 359">
            <a:extLst xmlns:a="http://schemas.openxmlformats.org/drawingml/2006/main">
              <a:ext uri="{FF2B5EF4-FFF2-40B4-BE49-F238E27FC236}">
                <a16:creationId xmlns:a16="http://schemas.microsoft.com/office/drawing/2014/main" id="{8197893F-E0BD-4886-8DF0-28FA2DAC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2" name="Shape 360">
            <a:extLst xmlns:a="http://schemas.openxmlformats.org/drawingml/2006/main">
              <a:ext uri="{FF2B5EF4-FFF2-40B4-BE49-F238E27FC236}">
                <a16:creationId xmlns:a16="http://schemas.microsoft.com/office/drawing/2014/main" id="{91FDC077-E2B0-4238-9296-AE299545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3" name="Shape 361">
            <a:extLst xmlns:a="http://schemas.openxmlformats.org/drawingml/2006/main">
              <a:ext uri="{FF2B5EF4-FFF2-40B4-BE49-F238E27FC236}">
                <a16:creationId xmlns:a16="http://schemas.microsoft.com/office/drawing/2014/main" id="{F0A9CDDF-532C-413F-A8CD-FE1884CD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4" name="Shape 362">
            <a:extLst xmlns:a="http://schemas.openxmlformats.org/drawingml/2006/main">
              <a:ext uri="{FF2B5EF4-FFF2-40B4-BE49-F238E27FC236}">
                <a16:creationId xmlns:a16="http://schemas.microsoft.com/office/drawing/2014/main" id="{769DEBC4-1D5B-4FD3-AC08-35B53A24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5" name="Shape 363">
            <a:extLst xmlns:a="http://schemas.openxmlformats.org/drawingml/2006/main">
              <a:ext uri="{FF2B5EF4-FFF2-40B4-BE49-F238E27FC236}">
                <a16:creationId xmlns:a16="http://schemas.microsoft.com/office/drawing/2014/main" id="{9BA6B7B0-7B69-41B8-9BC2-51EAB08D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6" name="Shape 364">
            <a:extLst xmlns:a="http://schemas.openxmlformats.org/drawingml/2006/main">
              <a:ext uri="{FF2B5EF4-FFF2-40B4-BE49-F238E27FC236}">
                <a16:creationId xmlns:a16="http://schemas.microsoft.com/office/drawing/2014/main" id="{ACC3CDED-3575-4B6F-B1C1-D0A2E0F2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7" name="Shape 365">
            <a:extLst xmlns:a="http://schemas.openxmlformats.org/drawingml/2006/main">
              <a:ext uri="{FF2B5EF4-FFF2-40B4-BE49-F238E27FC236}">
                <a16:creationId xmlns:a16="http://schemas.microsoft.com/office/drawing/2014/main" id="{321A58FD-B013-4DBC-A574-8A4BE2E4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8" name="Shape 366">
            <a:extLst xmlns:a="http://schemas.openxmlformats.org/drawingml/2006/main">
              <a:ext uri="{FF2B5EF4-FFF2-40B4-BE49-F238E27FC236}">
                <a16:creationId xmlns:a16="http://schemas.microsoft.com/office/drawing/2014/main" id="{6C471270-FB8D-4EEA-95C4-03396F0A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69" name="Shape 367">
            <a:extLst xmlns:a="http://schemas.openxmlformats.org/drawingml/2006/main">
              <a:ext uri="{FF2B5EF4-FFF2-40B4-BE49-F238E27FC236}">
                <a16:creationId xmlns:a16="http://schemas.microsoft.com/office/drawing/2014/main" id="{3AA06A5D-AAD2-489E-B267-E67137D7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0" name="Shape 368">
            <a:extLst xmlns:a="http://schemas.openxmlformats.org/drawingml/2006/main">
              <a:ext uri="{FF2B5EF4-FFF2-40B4-BE49-F238E27FC236}">
                <a16:creationId xmlns:a16="http://schemas.microsoft.com/office/drawing/2014/main" id="{3DA08923-9C54-42BD-A381-348A8817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1" name="Shape 369">
            <a:extLst xmlns:a="http://schemas.openxmlformats.org/drawingml/2006/main">
              <a:ext uri="{FF2B5EF4-FFF2-40B4-BE49-F238E27FC236}">
                <a16:creationId xmlns:a16="http://schemas.microsoft.com/office/drawing/2014/main" id="{7C0FEBA8-5908-4280-8AD3-53FB9B61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2" name="Shape 370">
            <a:extLst xmlns:a="http://schemas.openxmlformats.org/drawingml/2006/main">
              <a:ext uri="{FF2B5EF4-FFF2-40B4-BE49-F238E27FC236}">
                <a16:creationId xmlns:a16="http://schemas.microsoft.com/office/drawing/2014/main" id="{D0D78E06-5439-44C9-965E-7BABED4B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3" name="Shape 371">
            <a:extLst xmlns:a="http://schemas.openxmlformats.org/drawingml/2006/main">
              <a:ext uri="{FF2B5EF4-FFF2-40B4-BE49-F238E27FC236}">
                <a16:creationId xmlns:a16="http://schemas.microsoft.com/office/drawing/2014/main" id="{098A6905-6E2A-4276-AD78-FD606EE2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4" name="Shape 372">
            <a:extLst xmlns:a="http://schemas.openxmlformats.org/drawingml/2006/main">
              <a:ext uri="{FF2B5EF4-FFF2-40B4-BE49-F238E27FC236}">
                <a16:creationId xmlns:a16="http://schemas.microsoft.com/office/drawing/2014/main" id="{1B06B7C8-AC74-4F71-A61E-D786C080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5" name="Shape 373">
            <a:extLst xmlns:a="http://schemas.openxmlformats.org/drawingml/2006/main">
              <a:ext uri="{FF2B5EF4-FFF2-40B4-BE49-F238E27FC236}">
                <a16:creationId xmlns:a16="http://schemas.microsoft.com/office/drawing/2014/main" id="{C45E96BF-A195-420B-A771-EFE99AA3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6" name="Shape 374">
            <a:extLst xmlns:a="http://schemas.openxmlformats.org/drawingml/2006/main">
              <a:ext uri="{FF2B5EF4-FFF2-40B4-BE49-F238E27FC236}">
                <a16:creationId xmlns:a16="http://schemas.microsoft.com/office/drawing/2014/main" id="{935AFC7E-78AF-4FDD-B932-47272225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7" name="Shape 375">
            <a:extLst xmlns:a="http://schemas.openxmlformats.org/drawingml/2006/main">
              <a:ext uri="{FF2B5EF4-FFF2-40B4-BE49-F238E27FC236}">
                <a16:creationId xmlns:a16="http://schemas.microsoft.com/office/drawing/2014/main" id="{477BA9D9-72FA-4E08-9E8A-00FCF939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8" name="Shape 376">
            <a:extLst xmlns:a="http://schemas.openxmlformats.org/drawingml/2006/main">
              <a:ext uri="{FF2B5EF4-FFF2-40B4-BE49-F238E27FC236}">
                <a16:creationId xmlns:a16="http://schemas.microsoft.com/office/drawing/2014/main" id="{FED751A2-E3C3-4E38-9EF9-B05405BF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79" name="Shape 377">
            <a:extLst xmlns:a="http://schemas.openxmlformats.org/drawingml/2006/main">
              <a:ext uri="{FF2B5EF4-FFF2-40B4-BE49-F238E27FC236}">
                <a16:creationId xmlns:a16="http://schemas.microsoft.com/office/drawing/2014/main" id="{E62809ED-0588-4717-A134-F4C176B2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0" name="Shape 378">
            <a:extLst xmlns:a="http://schemas.openxmlformats.org/drawingml/2006/main">
              <a:ext uri="{FF2B5EF4-FFF2-40B4-BE49-F238E27FC236}">
                <a16:creationId xmlns:a16="http://schemas.microsoft.com/office/drawing/2014/main" id="{EC17269B-CB97-451D-B20C-E2558CCB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1" name="Shape 379">
            <a:extLst xmlns:a="http://schemas.openxmlformats.org/drawingml/2006/main">
              <a:ext uri="{FF2B5EF4-FFF2-40B4-BE49-F238E27FC236}">
                <a16:creationId xmlns:a16="http://schemas.microsoft.com/office/drawing/2014/main" id="{708A4DBC-DFDD-4899-8A87-4D7EC971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2" name="Shape 380">
            <a:extLst xmlns:a="http://schemas.openxmlformats.org/drawingml/2006/main">
              <a:ext uri="{FF2B5EF4-FFF2-40B4-BE49-F238E27FC236}">
                <a16:creationId xmlns:a16="http://schemas.microsoft.com/office/drawing/2014/main" id="{13857EE9-5C02-48F3-A76D-D4183E64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3" name="Shape 381">
            <a:extLst xmlns:a="http://schemas.openxmlformats.org/drawingml/2006/main">
              <a:ext uri="{FF2B5EF4-FFF2-40B4-BE49-F238E27FC236}">
                <a16:creationId xmlns:a16="http://schemas.microsoft.com/office/drawing/2014/main" id="{DE9C6883-3075-401E-99D3-EDE326D0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4" name="Shape 382">
            <a:extLst xmlns:a="http://schemas.openxmlformats.org/drawingml/2006/main">
              <a:ext uri="{FF2B5EF4-FFF2-40B4-BE49-F238E27FC236}">
                <a16:creationId xmlns:a16="http://schemas.microsoft.com/office/drawing/2014/main" id="{45159C7E-40D4-48D6-A453-20E8BBD3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5" name="Shape 383">
            <a:extLst xmlns:a="http://schemas.openxmlformats.org/drawingml/2006/main">
              <a:ext uri="{FF2B5EF4-FFF2-40B4-BE49-F238E27FC236}">
                <a16:creationId xmlns:a16="http://schemas.microsoft.com/office/drawing/2014/main" id="{E1120140-7D43-4A25-80EE-F77C83FE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6" name="Shape 384">
            <a:extLst xmlns:a="http://schemas.openxmlformats.org/drawingml/2006/main">
              <a:ext uri="{FF2B5EF4-FFF2-40B4-BE49-F238E27FC236}">
                <a16:creationId xmlns:a16="http://schemas.microsoft.com/office/drawing/2014/main" id="{59C61091-4EDC-4B69-8AB8-2D6042D7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7" name="Shape 385">
            <a:extLst xmlns:a="http://schemas.openxmlformats.org/drawingml/2006/main">
              <a:ext uri="{FF2B5EF4-FFF2-40B4-BE49-F238E27FC236}">
                <a16:creationId xmlns:a16="http://schemas.microsoft.com/office/drawing/2014/main" id="{ABF82E9E-DABA-424B-AA6B-44696A87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8" name="Shape 386">
            <a:extLst xmlns:a="http://schemas.openxmlformats.org/drawingml/2006/main">
              <a:ext uri="{FF2B5EF4-FFF2-40B4-BE49-F238E27FC236}">
                <a16:creationId xmlns:a16="http://schemas.microsoft.com/office/drawing/2014/main" id="{B61D3547-223C-481C-9D09-F88AB7FC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89" name="Shape 387">
            <a:extLst xmlns:a="http://schemas.openxmlformats.org/drawingml/2006/main">
              <a:ext uri="{FF2B5EF4-FFF2-40B4-BE49-F238E27FC236}">
                <a16:creationId xmlns:a16="http://schemas.microsoft.com/office/drawing/2014/main" id="{E0ED2316-866D-4429-B9CC-81B54DEB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0" name="Shape 388">
            <a:extLst xmlns:a="http://schemas.openxmlformats.org/drawingml/2006/main">
              <a:ext uri="{FF2B5EF4-FFF2-40B4-BE49-F238E27FC236}">
                <a16:creationId xmlns:a16="http://schemas.microsoft.com/office/drawing/2014/main" id="{098717D5-12BC-49FA-B84D-92200583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1" name="Shape 389">
            <a:extLst xmlns:a="http://schemas.openxmlformats.org/drawingml/2006/main">
              <a:ext uri="{FF2B5EF4-FFF2-40B4-BE49-F238E27FC236}">
                <a16:creationId xmlns:a16="http://schemas.microsoft.com/office/drawing/2014/main" id="{66DDDFEA-69FD-49EE-9441-4D0F659D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2" name="Shape 390">
            <a:extLst xmlns:a="http://schemas.openxmlformats.org/drawingml/2006/main">
              <a:ext uri="{FF2B5EF4-FFF2-40B4-BE49-F238E27FC236}">
                <a16:creationId xmlns:a16="http://schemas.microsoft.com/office/drawing/2014/main" id="{4711CE90-E65E-4FE2-8310-FBC57D1F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3" name="Shape 391">
            <a:extLst xmlns:a="http://schemas.openxmlformats.org/drawingml/2006/main">
              <a:ext uri="{FF2B5EF4-FFF2-40B4-BE49-F238E27FC236}">
                <a16:creationId xmlns:a16="http://schemas.microsoft.com/office/drawing/2014/main" id="{537956A0-9236-4E75-9B3A-52953B92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4" name="Shape 392">
            <a:extLst xmlns:a="http://schemas.openxmlformats.org/drawingml/2006/main">
              <a:ext uri="{FF2B5EF4-FFF2-40B4-BE49-F238E27FC236}">
                <a16:creationId xmlns:a16="http://schemas.microsoft.com/office/drawing/2014/main" id="{97D95587-0338-409F-BF4A-28869C68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5" name="Shape 393">
            <a:extLst xmlns:a="http://schemas.openxmlformats.org/drawingml/2006/main">
              <a:ext uri="{FF2B5EF4-FFF2-40B4-BE49-F238E27FC236}">
                <a16:creationId xmlns:a16="http://schemas.microsoft.com/office/drawing/2014/main" id="{97F7D490-A98F-416B-ADB4-3382ABD4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6" name="Shape 394">
            <a:extLst xmlns:a="http://schemas.openxmlformats.org/drawingml/2006/main">
              <a:ext uri="{FF2B5EF4-FFF2-40B4-BE49-F238E27FC236}">
                <a16:creationId xmlns:a16="http://schemas.microsoft.com/office/drawing/2014/main" id="{CDFC88D2-4390-45C7-BCB1-6806702E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7" name="Shape 395">
            <a:extLst xmlns:a="http://schemas.openxmlformats.org/drawingml/2006/main">
              <a:ext uri="{FF2B5EF4-FFF2-40B4-BE49-F238E27FC236}">
                <a16:creationId xmlns:a16="http://schemas.microsoft.com/office/drawing/2014/main" id="{2BC080D6-6048-40CA-9D62-D0DA7E87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8" name="Shape 396">
            <a:extLst xmlns:a="http://schemas.openxmlformats.org/drawingml/2006/main">
              <a:ext uri="{FF2B5EF4-FFF2-40B4-BE49-F238E27FC236}">
                <a16:creationId xmlns:a16="http://schemas.microsoft.com/office/drawing/2014/main" id="{9EB5EF96-0AAD-40FD-85F6-2A715A0B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399" name="Shape 397">
            <a:extLst xmlns:a="http://schemas.openxmlformats.org/drawingml/2006/main">
              <a:ext uri="{FF2B5EF4-FFF2-40B4-BE49-F238E27FC236}">
                <a16:creationId xmlns:a16="http://schemas.microsoft.com/office/drawing/2014/main" id="{ACD2811B-A8FD-4D97-9638-56E7FF15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0" name="Shape 398">
            <a:extLst xmlns:a="http://schemas.openxmlformats.org/drawingml/2006/main">
              <a:ext uri="{FF2B5EF4-FFF2-40B4-BE49-F238E27FC236}">
                <a16:creationId xmlns:a16="http://schemas.microsoft.com/office/drawing/2014/main" id="{4062377A-80D5-407C-8F3E-EF782124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1" name="Shape 399">
            <a:extLst xmlns:a="http://schemas.openxmlformats.org/drawingml/2006/main">
              <a:ext uri="{FF2B5EF4-FFF2-40B4-BE49-F238E27FC236}">
                <a16:creationId xmlns:a16="http://schemas.microsoft.com/office/drawing/2014/main" id="{A31F4056-2768-4150-98F1-E1D73852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2" name="Shape 400">
            <a:extLst xmlns:a="http://schemas.openxmlformats.org/drawingml/2006/main">
              <a:ext uri="{FF2B5EF4-FFF2-40B4-BE49-F238E27FC236}">
                <a16:creationId xmlns:a16="http://schemas.microsoft.com/office/drawing/2014/main" id="{95BF4973-FBDA-45A6-89F0-6EE51A15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3" name="Shape 401">
            <a:extLst xmlns:a="http://schemas.openxmlformats.org/drawingml/2006/main">
              <a:ext uri="{FF2B5EF4-FFF2-40B4-BE49-F238E27FC236}">
                <a16:creationId xmlns:a16="http://schemas.microsoft.com/office/drawing/2014/main" id="{E321A96C-82F4-455B-87C9-51759BA7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4" name="Shape 402">
            <a:extLst xmlns:a="http://schemas.openxmlformats.org/drawingml/2006/main">
              <a:ext uri="{FF2B5EF4-FFF2-40B4-BE49-F238E27FC236}">
                <a16:creationId xmlns:a16="http://schemas.microsoft.com/office/drawing/2014/main" id="{5B99C380-29F3-4894-B3BD-0D288987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5" name="Shape 403">
            <a:extLst xmlns:a="http://schemas.openxmlformats.org/drawingml/2006/main">
              <a:ext uri="{FF2B5EF4-FFF2-40B4-BE49-F238E27FC236}">
                <a16:creationId xmlns:a16="http://schemas.microsoft.com/office/drawing/2014/main" id="{8AFEA061-7F4A-4541-BA38-EFC201EE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6" name="Shape 404">
            <a:extLst xmlns:a="http://schemas.openxmlformats.org/drawingml/2006/main">
              <a:ext uri="{FF2B5EF4-FFF2-40B4-BE49-F238E27FC236}">
                <a16:creationId xmlns:a16="http://schemas.microsoft.com/office/drawing/2014/main" id="{CCA6B33D-66DC-458C-B28B-F9DB2DDA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7" name="Shape 405">
            <a:extLst xmlns:a="http://schemas.openxmlformats.org/drawingml/2006/main">
              <a:ext uri="{FF2B5EF4-FFF2-40B4-BE49-F238E27FC236}">
                <a16:creationId xmlns:a16="http://schemas.microsoft.com/office/drawing/2014/main" id="{52034DCC-1574-4AC0-B108-E43F8D3A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8" name="Shape 406">
            <a:extLst xmlns:a="http://schemas.openxmlformats.org/drawingml/2006/main">
              <a:ext uri="{FF2B5EF4-FFF2-40B4-BE49-F238E27FC236}">
                <a16:creationId xmlns:a16="http://schemas.microsoft.com/office/drawing/2014/main" id="{D762B5A6-183E-4B21-BDA1-1C90008F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09" name="Shape 407">
            <a:extLst xmlns:a="http://schemas.openxmlformats.org/drawingml/2006/main">
              <a:ext uri="{FF2B5EF4-FFF2-40B4-BE49-F238E27FC236}">
                <a16:creationId xmlns:a16="http://schemas.microsoft.com/office/drawing/2014/main" id="{2CBAC616-0699-46F9-B58F-48776AF6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0" name="Shape 408">
            <a:extLst xmlns:a="http://schemas.openxmlformats.org/drawingml/2006/main">
              <a:ext uri="{FF2B5EF4-FFF2-40B4-BE49-F238E27FC236}">
                <a16:creationId xmlns:a16="http://schemas.microsoft.com/office/drawing/2014/main" id="{2EFDE2B7-9C49-4120-B866-37EB4629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1" name="Shape 409">
            <a:extLst xmlns:a="http://schemas.openxmlformats.org/drawingml/2006/main">
              <a:ext uri="{FF2B5EF4-FFF2-40B4-BE49-F238E27FC236}">
                <a16:creationId xmlns:a16="http://schemas.microsoft.com/office/drawing/2014/main" id="{932A2954-9AF5-4754-BFC0-B91ECFB6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2" name="Shape 410">
            <a:extLst xmlns:a="http://schemas.openxmlformats.org/drawingml/2006/main">
              <a:ext uri="{FF2B5EF4-FFF2-40B4-BE49-F238E27FC236}">
                <a16:creationId xmlns:a16="http://schemas.microsoft.com/office/drawing/2014/main" id="{F56B04DE-0923-42EB-A493-9C6F8FBC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3" name="Shape 411">
            <a:extLst xmlns:a="http://schemas.openxmlformats.org/drawingml/2006/main">
              <a:ext uri="{FF2B5EF4-FFF2-40B4-BE49-F238E27FC236}">
                <a16:creationId xmlns:a16="http://schemas.microsoft.com/office/drawing/2014/main" id="{84FED7D9-24D2-4D1C-A08A-3DD3529A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4" name="Shape 412">
            <a:extLst xmlns:a="http://schemas.openxmlformats.org/drawingml/2006/main">
              <a:ext uri="{FF2B5EF4-FFF2-40B4-BE49-F238E27FC236}">
                <a16:creationId xmlns:a16="http://schemas.microsoft.com/office/drawing/2014/main" id="{C0C391D1-7A37-45F1-A848-3D511C08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5" name="Shape 413">
            <a:extLst xmlns:a="http://schemas.openxmlformats.org/drawingml/2006/main">
              <a:ext uri="{FF2B5EF4-FFF2-40B4-BE49-F238E27FC236}">
                <a16:creationId xmlns:a16="http://schemas.microsoft.com/office/drawing/2014/main" id="{079A191C-9C81-4C14-9DB0-09BD798B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6" name="Shape 414">
            <a:extLst xmlns:a="http://schemas.openxmlformats.org/drawingml/2006/main">
              <a:ext uri="{FF2B5EF4-FFF2-40B4-BE49-F238E27FC236}">
                <a16:creationId xmlns:a16="http://schemas.microsoft.com/office/drawing/2014/main" id="{81FE48C5-4D0A-4BAF-937A-9929F8A4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7" name="Shape 415">
            <a:extLst xmlns:a="http://schemas.openxmlformats.org/drawingml/2006/main">
              <a:ext uri="{FF2B5EF4-FFF2-40B4-BE49-F238E27FC236}">
                <a16:creationId xmlns:a16="http://schemas.microsoft.com/office/drawing/2014/main" id="{66102DFB-9DA5-4C5C-B41D-BE696239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8" name="Shape 416">
            <a:extLst xmlns:a="http://schemas.openxmlformats.org/drawingml/2006/main">
              <a:ext uri="{FF2B5EF4-FFF2-40B4-BE49-F238E27FC236}">
                <a16:creationId xmlns:a16="http://schemas.microsoft.com/office/drawing/2014/main" id="{58266CD8-6D88-4B9B-97C1-AD1B05E5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19" name="Shape 417">
            <a:extLst xmlns:a="http://schemas.openxmlformats.org/drawingml/2006/main">
              <a:ext uri="{FF2B5EF4-FFF2-40B4-BE49-F238E27FC236}">
                <a16:creationId xmlns:a16="http://schemas.microsoft.com/office/drawing/2014/main" id="{199F49AC-F41B-47D5-A49D-7F8F0B1C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0" name="Shape 418">
            <a:extLst xmlns:a="http://schemas.openxmlformats.org/drawingml/2006/main">
              <a:ext uri="{FF2B5EF4-FFF2-40B4-BE49-F238E27FC236}">
                <a16:creationId xmlns:a16="http://schemas.microsoft.com/office/drawing/2014/main" id="{EDE1A642-080D-4417-9D48-FBD14BDC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1" name="Shape 419">
            <a:extLst xmlns:a="http://schemas.openxmlformats.org/drawingml/2006/main">
              <a:ext uri="{FF2B5EF4-FFF2-40B4-BE49-F238E27FC236}">
                <a16:creationId xmlns:a16="http://schemas.microsoft.com/office/drawing/2014/main" id="{8D0F4F2A-8BF2-4E43-8DAE-87EE8B0C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2" name="Shape 420">
            <a:extLst xmlns:a="http://schemas.openxmlformats.org/drawingml/2006/main">
              <a:ext uri="{FF2B5EF4-FFF2-40B4-BE49-F238E27FC236}">
                <a16:creationId xmlns:a16="http://schemas.microsoft.com/office/drawing/2014/main" id="{49F573FF-1E90-4E9F-B48D-8A1524A2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3" name="Shape 421">
            <a:extLst xmlns:a="http://schemas.openxmlformats.org/drawingml/2006/main">
              <a:ext uri="{FF2B5EF4-FFF2-40B4-BE49-F238E27FC236}">
                <a16:creationId xmlns:a16="http://schemas.microsoft.com/office/drawing/2014/main" id="{5141F4BA-B926-40BF-8515-0CAD26DF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4" name="Shape 422">
            <a:extLst xmlns:a="http://schemas.openxmlformats.org/drawingml/2006/main">
              <a:ext uri="{FF2B5EF4-FFF2-40B4-BE49-F238E27FC236}">
                <a16:creationId xmlns:a16="http://schemas.microsoft.com/office/drawing/2014/main" id="{59D4FF23-711B-427D-8905-8BB84892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5" name="Shape 423">
            <a:extLst xmlns:a="http://schemas.openxmlformats.org/drawingml/2006/main">
              <a:ext uri="{FF2B5EF4-FFF2-40B4-BE49-F238E27FC236}">
                <a16:creationId xmlns:a16="http://schemas.microsoft.com/office/drawing/2014/main" id="{15D98D3A-9B8B-4C60-8BB1-7289B9C0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6" name="Shape 424">
            <a:extLst xmlns:a="http://schemas.openxmlformats.org/drawingml/2006/main">
              <a:ext uri="{FF2B5EF4-FFF2-40B4-BE49-F238E27FC236}">
                <a16:creationId xmlns:a16="http://schemas.microsoft.com/office/drawing/2014/main" id="{83B06D8E-E177-4327-B13A-D74315EB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7" name="Shape 425">
            <a:extLst xmlns:a="http://schemas.openxmlformats.org/drawingml/2006/main">
              <a:ext uri="{FF2B5EF4-FFF2-40B4-BE49-F238E27FC236}">
                <a16:creationId xmlns:a16="http://schemas.microsoft.com/office/drawing/2014/main" id="{0DD9D754-44E2-4A36-8E0F-9084202B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8" name="Shape 426">
            <a:extLst xmlns:a="http://schemas.openxmlformats.org/drawingml/2006/main">
              <a:ext uri="{FF2B5EF4-FFF2-40B4-BE49-F238E27FC236}">
                <a16:creationId xmlns:a16="http://schemas.microsoft.com/office/drawing/2014/main" id="{707280B1-AD5A-45CE-8F75-4B811206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29" name="Shape 427">
            <a:extLst xmlns:a="http://schemas.openxmlformats.org/drawingml/2006/main">
              <a:ext uri="{FF2B5EF4-FFF2-40B4-BE49-F238E27FC236}">
                <a16:creationId xmlns:a16="http://schemas.microsoft.com/office/drawing/2014/main" id="{BFC82AE4-8DF0-4437-8F82-170CCF6C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0" name="Shape 428">
            <a:extLst xmlns:a="http://schemas.openxmlformats.org/drawingml/2006/main">
              <a:ext uri="{FF2B5EF4-FFF2-40B4-BE49-F238E27FC236}">
                <a16:creationId xmlns:a16="http://schemas.microsoft.com/office/drawing/2014/main" id="{C09FAB7D-0F20-4E51-A0E1-61140BCE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1" name="Shape 429">
            <a:extLst xmlns:a="http://schemas.openxmlformats.org/drawingml/2006/main">
              <a:ext uri="{FF2B5EF4-FFF2-40B4-BE49-F238E27FC236}">
                <a16:creationId xmlns:a16="http://schemas.microsoft.com/office/drawing/2014/main" id="{14619021-D503-4D64-B06E-432DB1C9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2" name="Shape 430">
            <a:extLst xmlns:a="http://schemas.openxmlformats.org/drawingml/2006/main">
              <a:ext uri="{FF2B5EF4-FFF2-40B4-BE49-F238E27FC236}">
                <a16:creationId xmlns:a16="http://schemas.microsoft.com/office/drawing/2014/main" id="{F78171F1-E804-4032-9453-9B813E34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3" name="Shape 431">
            <a:extLst xmlns:a="http://schemas.openxmlformats.org/drawingml/2006/main">
              <a:ext uri="{FF2B5EF4-FFF2-40B4-BE49-F238E27FC236}">
                <a16:creationId xmlns:a16="http://schemas.microsoft.com/office/drawing/2014/main" id="{82D36A6D-996F-4303-AD39-DEA0FB5A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4" name="Shape 432">
            <a:extLst xmlns:a="http://schemas.openxmlformats.org/drawingml/2006/main">
              <a:ext uri="{FF2B5EF4-FFF2-40B4-BE49-F238E27FC236}">
                <a16:creationId xmlns:a16="http://schemas.microsoft.com/office/drawing/2014/main" id="{5A17D6DA-02F0-4EB3-84D5-624FB72B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5" name="Shape 433">
            <a:extLst xmlns:a="http://schemas.openxmlformats.org/drawingml/2006/main">
              <a:ext uri="{FF2B5EF4-FFF2-40B4-BE49-F238E27FC236}">
                <a16:creationId xmlns:a16="http://schemas.microsoft.com/office/drawing/2014/main" id="{B18140F7-01B2-4EE9-9ACC-199F5842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6" name="Shape 434">
            <a:extLst xmlns:a="http://schemas.openxmlformats.org/drawingml/2006/main">
              <a:ext uri="{FF2B5EF4-FFF2-40B4-BE49-F238E27FC236}">
                <a16:creationId xmlns:a16="http://schemas.microsoft.com/office/drawing/2014/main" id="{321E257E-1002-4923-8451-4F3E1D48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7" name="Shape 435">
            <a:extLst xmlns:a="http://schemas.openxmlformats.org/drawingml/2006/main">
              <a:ext uri="{FF2B5EF4-FFF2-40B4-BE49-F238E27FC236}">
                <a16:creationId xmlns:a16="http://schemas.microsoft.com/office/drawing/2014/main" id="{353FAE6B-7407-426C-88E0-6E9E3916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8" name="Shape 436">
            <a:extLst xmlns:a="http://schemas.openxmlformats.org/drawingml/2006/main">
              <a:ext uri="{FF2B5EF4-FFF2-40B4-BE49-F238E27FC236}">
                <a16:creationId xmlns:a16="http://schemas.microsoft.com/office/drawing/2014/main" id="{B142DF82-A776-4844-96F0-1DD006D0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39" name="Shape 437">
            <a:extLst xmlns:a="http://schemas.openxmlformats.org/drawingml/2006/main">
              <a:ext uri="{FF2B5EF4-FFF2-40B4-BE49-F238E27FC236}">
                <a16:creationId xmlns:a16="http://schemas.microsoft.com/office/drawing/2014/main" id="{9198874F-B7A1-4B5E-B92B-03B9CCE4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0" name="Shape 438">
            <a:extLst xmlns:a="http://schemas.openxmlformats.org/drawingml/2006/main">
              <a:ext uri="{FF2B5EF4-FFF2-40B4-BE49-F238E27FC236}">
                <a16:creationId xmlns:a16="http://schemas.microsoft.com/office/drawing/2014/main" id="{12DF5AF7-23CA-4798-8CDE-CC88725E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1" name="Shape 439">
            <a:extLst xmlns:a="http://schemas.openxmlformats.org/drawingml/2006/main">
              <a:ext uri="{FF2B5EF4-FFF2-40B4-BE49-F238E27FC236}">
                <a16:creationId xmlns:a16="http://schemas.microsoft.com/office/drawing/2014/main" id="{FBA9DCAC-73BB-4771-802C-E0FE3CDC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2" name="Shape 440">
            <a:extLst xmlns:a="http://schemas.openxmlformats.org/drawingml/2006/main">
              <a:ext uri="{FF2B5EF4-FFF2-40B4-BE49-F238E27FC236}">
                <a16:creationId xmlns:a16="http://schemas.microsoft.com/office/drawing/2014/main" id="{26A50C26-785A-4B79-8692-8EC903E7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3" name="Shape 441">
            <a:extLst xmlns:a="http://schemas.openxmlformats.org/drawingml/2006/main">
              <a:ext uri="{FF2B5EF4-FFF2-40B4-BE49-F238E27FC236}">
                <a16:creationId xmlns:a16="http://schemas.microsoft.com/office/drawing/2014/main" id="{5CB1D1CE-1582-4161-A67F-E803B2E4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4" name="Shape 442">
            <a:extLst xmlns:a="http://schemas.openxmlformats.org/drawingml/2006/main">
              <a:ext uri="{FF2B5EF4-FFF2-40B4-BE49-F238E27FC236}">
                <a16:creationId xmlns:a16="http://schemas.microsoft.com/office/drawing/2014/main" id="{59DBC728-DD9D-4703-B81C-2A2F81D0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5" name="Shape 443">
            <a:extLst xmlns:a="http://schemas.openxmlformats.org/drawingml/2006/main">
              <a:ext uri="{FF2B5EF4-FFF2-40B4-BE49-F238E27FC236}">
                <a16:creationId xmlns:a16="http://schemas.microsoft.com/office/drawing/2014/main" id="{57ABF35E-5F6F-4A08-8B9D-73E0ED99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6" name="Shape 444">
            <a:extLst xmlns:a="http://schemas.openxmlformats.org/drawingml/2006/main">
              <a:ext uri="{FF2B5EF4-FFF2-40B4-BE49-F238E27FC236}">
                <a16:creationId xmlns:a16="http://schemas.microsoft.com/office/drawing/2014/main" id="{03F0CB16-6A69-4881-8FC3-C888C662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7" name="Shape 445">
            <a:extLst xmlns:a="http://schemas.openxmlformats.org/drawingml/2006/main">
              <a:ext uri="{FF2B5EF4-FFF2-40B4-BE49-F238E27FC236}">
                <a16:creationId xmlns:a16="http://schemas.microsoft.com/office/drawing/2014/main" id="{E308AAF5-8A91-4412-93F6-B240936B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8" name="Shape 446">
            <a:extLst xmlns:a="http://schemas.openxmlformats.org/drawingml/2006/main">
              <a:ext uri="{FF2B5EF4-FFF2-40B4-BE49-F238E27FC236}">
                <a16:creationId xmlns:a16="http://schemas.microsoft.com/office/drawing/2014/main" id="{1A0B38EB-405B-4D77-AF78-50B009F2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49" name="Shape 447">
            <a:extLst xmlns:a="http://schemas.openxmlformats.org/drawingml/2006/main">
              <a:ext uri="{FF2B5EF4-FFF2-40B4-BE49-F238E27FC236}">
                <a16:creationId xmlns:a16="http://schemas.microsoft.com/office/drawing/2014/main" id="{9A42C99D-2871-4086-8797-C626CC40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0" name="Shape 448">
            <a:extLst xmlns:a="http://schemas.openxmlformats.org/drawingml/2006/main">
              <a:ext uri="{FF2B5EF4-FFF2-40B4-BE49-F238E27FC236}">
                <a16:creationId xmlns:a16="http://schemas.microsoft.com/office/drawing/2014/main" id="{2A60C7F5-C0F0-44AC-A6DA-E43CB5E3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1" name="Shape 449">
            <a:extLst xmlns:a="http://schemas.openxmlformats.org/drawingml/2006/main">
              <a:ext uri="{FF2B5EF4-FFF2-40B4-BE49-F238E27FC236}">
                <a16:creationId xmlns:a16="http://schemas.microsoft.com/office/drawing/2014/main" id="{CB413A10-B7F5-4E2E-ADB4-66F70187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2" name="Shape 450">
            <a:extLst xmlns:a="http://schemas.openxmlformats.org/drawingml/2006/main">
              <a:ext uri="{FF2B5EF4-FFF2-40B4-BE49-F238E27FC236}">
                <a16:creationId xmlns:a16="http://schemas.microsoft.com/office/drawing/2014/main" id="{54C298B2-B699-4BF0-B83F-531A3E48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3" name="Shape 451">
            <a:extLst xmlns:a="http://schemas.openxmlformats.org/drawingml/2006/main">
              <a:ext uri="{FF2B5EF4-FFF2-40B4-BE49-F238E27FC236}">
                <a16:creationId xmlns:a16="http://schemas.microsoft.com/office/drawing/2014/main" id="{4659AA29-D055-4BD6-ADAF-1F57A040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4" name="Shape 452">
            <a:extLst xmlns:a="http://schemas.openxmlformats.org/drawingml/2006/main">
              <a:ext uri="{FF2B5EF4-FFF2-40B4-BE49-F238E27FC236}">
                <a16:creationId xmlns:a16="http://schemas.microsoft.com/office/drawing/2014/main" id="{AE4A72F9-605E-481C-82B3-9D989213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5" name="Shape 453">
            <a:extLst xmlns:a="http://schemas.openxmlformats.org/drawingml/2006/main">
              <a:ext uri="{FF2B5EF4-FFF2-40B4-BE49-F238E27FC236}">
                <a16:creationId xmlns:a16="http://schemas.microsoft.com/office/drawing/2014/main" id="{455BEB31-145B-4EB8-B8A2-866ACBA6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6" name="Shape 454">
            <a:extLst xmlns:a="http://schemas.openxmlformats.org/drawingml/2006/main">
              <a:ext uri="{FF2B5EF4-FFF2-40B4-BE49-F238E27FC236}">
                <a16:creationId xmlns:a16="http://schemas.microsoft.com/office/drawing/2014/main" id="{29E0B3E2-2B3D-40E4-AB1C-FB635D75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7" name="Shape 455">
            <a:extLst xmlns:a="http://schemas.openxmlformats.org/drawingml/2006/main">
              <a:ext uri="{FF2B5EF4-FFF2-40B4-BE49-F238E27FC236}">
                <a16:creationId xmlns:a16="http://schemas.microsoft.com/office/drawing/2014/main" id="{181B91B4-6903-43BA-8F1A-53A57D88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8" name="Shape 456">
            <a:extLst xmlns:a="http://schemas.openxmlformats.org/drawingml/2006/main">
              <a:ext uri="{FF2B5EF4-FFF2-40B4-BE49-F238E27FC236}">
                <a16:creationId xmlns:a16="http://schemas.microsoft.com/office/drawing/2014/main" id="{F24AF1AF-7FAB-454C-8E94-BEB7F8C6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59" name="Shape 457">
            <a:extLst xmlns:a="http://schemas.openxmlformats.org/drawingml/2006/main">
              <a:ext uri="{FF2B5EF4-FFF2-40B4-BE49-F238E27FC236}">
                <a16:creationId xmlns:a16="http://schemas.microsoft.com/office/drawing/2014/main" id="{531FFEE3-63EF-48F2-9580-F8CC9286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0" name="Shape 458">
            <a:extLst xmlns:a="http://schemas.openxmlformats.org/drawingml/2006/main">
              <a:ext uri="{FF2B5EF4-FFF2-40B4-BE49-F238E27FC236}">
                <a16:creationId xmlns:a16="http://schemas.microsoft.com/office/drawing/2014/main" id="{86FB45CD-2DDA-4545-AFCA-2F6D7C56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1" name="Shape 459">
            <a:extLst xmlns:a="http://schemas.openxmlformats.org/drawingml/2006/main">
              <a:ext uri="{FF2B5EF4-FFF2-40B4-BE49-F238E27FC236}">
                <a16:creationId xmlns:a16="http://schemas.microsoft.com/office/drawing/2014/main" id="{383B7B17-8181-4F98-8D30-AD2E2554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2" name="Shape 460">
            <a:extLst xmlns:a="http://schemas.openxmlformats.org/drawingml/2006/main">
              <a:ext uri="{FF2B5EF4-FFF2-40B4-BE49-F238E27FC236}">
                <a16:creationId xmlns:a16="http://schemas.microsoft.com/office/drawing/2014/main" id="{3E7284C7-D686-4480-9526-9526A841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3" name="Shape 461">
            <a:extLst xmlns:a="http://schemas.openxmlformats.org/drawingml/2006/main">
              <a:ext uri="{FF2B5EF4-FFF2-40B4-BE49-F238E27FC236}">
                <a16:creationId xmlns:a16="http://schemas.microsoft.com/office/drawing/2014/main" id="{45FE228B-74FC-497B-966A-D4D290B1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4" name="Shape 462">
            <a:extLst xmlns:a="http://schemas.openxmlformats.org/drawingml/2006/main">
              <a:ext uri="{FF2B5EF4-FFF2-40B4-BE49-F238E27FC236}">
                <a16:creationId xmlns:a16="http://schemas.microsoft.com/office/drawing/2014/main" id="{32990FAB-0253-4C1C-9685-09F54E93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5" name="Shape 463">
            <a:extLst xmlns:a="http://schemas.openxmlformats.org/drawingml/2006/main">
              <a:ext uri="{FF2B5EF4-FFF2-40B4-BE49-F238E27FC236}">
                <a16:creationId xmlns:a16="http://schemas.microsoft.com/office/drawing/2014/main" id="{ABBCD9FD-11E8-4C90-889B-BE8E5620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6" name="Shape 464">
            <a:extLst xmlns:a="http://schemas.openxmlformats.org/drawingml/2006/main">
              <a:ext uri="{FF2B5EF4-FFF2-40B4-BE49-F238E27FC236}">
                <a16:creationId xmlns:a16="http://schemas.microsoft.com/office/drawing/2014/main" id="{7EB225BC-56DE-4097-A981-EDBA5949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7" name="Shape 465">
            <a:extLst xmlns:a="http://schemas.openxmlformats.org/drawingml/2006/main">
              <a:ext uri="{FF2B5EF4-FFF2-40B4-BE49-F238E27FC236}">
                <a16:creationId xmlns:a16="http://schemas.microsoft.com/office/drawing/2014/main" id="{03F1D925-138A-44DE-80D6-EEFBFCFB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8" name="Shape 466">
            <a:extLst xmlns:a="http://schemas.openxmlformats.org/drawingml/2006/main">
              <a:ext uri="{FF2B5EF4-FFF2-40B4-BE49-F238E27FC236}">
                <a16:creationId xmlns:a16="http://schemas.microsoft.com/office/drawing/2014/main" id="{11B56EEA-FE22-4527-9C2C-29E26CD9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69" name="Shape 467">
            <a:extLst xmlns:a="http://schemas.openxmlformats.org/drawingml/2006/main">
              <a:ext uri="{FF2B5EF4-FFF2-40B4-BE49-F238E27FC236}">
                <a16:creationId xmlns:a16="http://schemas.microsoft.com/office/drawing/2014/main" id="{AC2EE6AF-2B94-41D9-8C80-FE0ADEBC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0" name="Shape 468">
            <a:extLst xmlns:a="http://schemas.openxmlformats.org/drawingml/2006/main">
              <a:ext uri="{FF2B5EF4-FFF2-40B4-BE49-F238E27FC236}">
                <a16:creationId xmlns:a16="http://schemas.microsoft.com/office/drawing/2014/main" id="{B51B0F8B-D7A6-42FD-AEA1-9CE4DD2F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1" name="Shape 469">
            <a:extLst xmlns:a="http://schemas.openxmlformats.org/drawingml/2006/main">
              <a:ext uri="{FF2B5EF4-FFF2-40B4-BE49-F238E27FC236}">
                <a16:creationId xmlns:a16="http://schemas.microsoft.com/office/drawing/2014/main" id="{7EA0F7B9-5FB2-46B1-B8CE-24A70AA7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2" name="Shape 470">
            <a:extLst xmlns:a="http://schemas.openxmlformats.org/drawingml/2006/main">
              <a:ext uri="{FF2B5EF4-FFF2-40B4-BE49-F238E27FC236}">
                <a16:creationId xmlns:a16="http://schemas.microsoft.com/office/drawing/2014/main" id="{3DCD3765-7064-4AB7-B732-FAADD3C9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3" name="Shape 471">
            <a:extLst xmlns:a="http://schemas.openxmlformats.org/drawingml/2006/main">
              <a:ext uri="{FF2B5EF4-FFF2-40B4-BE49-F238E27FC236}">
                <a16:creationId xmlns:a16="http://schemas.microsoft.com/office/drawing/2014/main" id="{1944A674-EA04-4819-A0A4-AB4A77BA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4" name="Shape 472">
            <a:extLst xmlns:a="http://schemas.openxmlformats.org/drawingml/2006/main">
              <a:ext uri="{FF2B5EF4-FFF2-40B4-BE49-F238E27FC236}">
                <a16:creationId xmlns:a16="http://schemas.microsoft.com/office/drawing/2014/main" id="{6902994C-DD01-4987-BEDA-336195C7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5" name="Shape 473">
            <a:extLst xmlns:a="http://schemas.openxmlformats.org/drawingml/2006/main">
              <a:ext uri="{FF2B5EF4-FFF2-40B4-BE49-F238E27FC236}">
                <a16:creationId xmlns:a16="http://schemas.microsoft.com/office/drawing/2014/main" id="{54F1375D-066D-401E-94D7-431D33E0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6" name="Shape 474">
            <a:extLst xmlns:a="http://schemas.openxmlformats.org/drawingml/2006/main">
              <a:ext uri="{FF2B5EF4-FFF2-40B4-BE49-F238E27FC236}">
                <a16:creationId xmlns:a16="http://schemas.microsoft.com/office/drawing/2014/main" id="{1CFB0D88-6170-46AA-B490-64FFB273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7" name="Shape 475">
            <a:extLst xmlns:a="http://schemas.openxmlformats.org/drawingml/2006/main">
              <a:ext uri="{FF2B5EF4-FFF2-40B4-BE49-F238E27FC236}">
                <a16:creationId xmlns:a16="http://schemas.microsoft.com/office/drawing/2014/main" id="{0495C569-5B05-4F2D-AB36-F5684EB9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8" name="Shape 476">
            <a:extLst xmlns:a="http://schemas.openxmlformats.org/drawingml/2006/main">
              <a:ext uri="{FF2B5EF4-FFF2-40B4-BE49-F238E27FC236}">
                <a16:creationId xmlns:a16="http://schemas.microsoft.com/office/drawing/2014/main" id="{009E7FEF-A900-4090-B1A3-E3EF69E3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79" name="Shape 477">
            <a:extLst xmlns:a="http://schemas.openxmlformats.org/drawingml/2006/main">
              <a:ext uri="{FF2B5EF4-FFF2-40B4-BE49-F238E27FC236}">
                <a16:creationId xmlns:a16="http://schemas.microsoft.com/office/drawing/2014/main" id="{0C8CBABE-9EA2-4437-9822-D7181564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0" name="Shape 478">
            <a:extLst xmlns:a="http://schemas.openxmlformats.org/drawingml/2006/main">
              <a:ext uri="{FF2B5EF4-FFF2-40B4-BE49-F238E27FC236}">
                <a16:creationId xmlns:a16="http://schemas.microsoft.com/office/drawing/2014/main" id="{4CD75F1E-A38A-4B2C-B2AC-6A1602CF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1" name="Shape 479">
            <a:extLst xmlns:a="http://schemas.openxmlformats.org/drawingml/2006/main">
              <a:ext uri="{FF2B5EF4-FFF2-40B4-BE49-F238E27FC236}">
                <a16:creationId xmlns:a16="http://schemas.microsoft.com/office/drawing/2014/main" id="{4FDE653E-B57B-4D4A-A2E3-FB817E2B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2" name="Shape 480">
            <a:extLst xmlns:a="http://schemas.openxmlformats.org/drawingml/2006/main">
              <a:ext uri="{FF2B5EF4-FFF2-40B4-BE49-F238E27FC236}">
                <a16:creationId xmlns:a16="http://schemas.microsoft.com/office/drawing/2014/main" id="{F13E6AD9-0323-4C31-9450-D6332F7B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3" name="Shape 481">
            <a:extLst xmlns:a="http://schemas.openxmlformats.org/drawingml/2006/main">
              <a:ext uri="{FF2B5EF4-FFF2-40B4-BE49-F238E27FC236}">
                <a16:creationId xmlns:a16="http://schemas.microsoft.com/office/drawing/2014/main" id="{A788D187-B507-4AE2-87A5-33238065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4" name="Shape 482">
            <a:extLst xmlns:a="http://schemas.openxmlformats.org/drawingml/2006/main">
              <a:ext uri="{FF2B5EF4-FFF2-40B4-BE49-F238E27FC236}">
                <a16:creationId xmlns:a16="http://schemas.microsoft.com/office/drawing/2014/main" id="{0B856EF1-6AE3-4A19-99BA-7EE12F02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5" name="Shape 483">
            <a:extLst xmlns:a="http://schemas.openxmlformats.org/drawingml/2006/main">
              <a:ext uri="{FF2B5EF4-FFF2-40B4-BE49-F238E27FC236}">
                <a16:creationId xmlns:a16="http://schemas.microsoft.com/office/drawing/2014/main" id="{B09C9E03-34A4-4195-8485-EB0D498E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6" name="Shape 484">
            <a:extLst xmlns:a="http://schemas.openxmlformats.org/drawingml/2006/main">
              <a:ext uri="{FF2B5EF4-FFF2-40B4-BE49-F238E27FC236}">
                <a16:creationId xmlns:a16="http://schemas.microsoft.com/office/drawing/2014/main" id="{36D58AD3-C173-4926-9399-7051F759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7" name="Shape 485">
            <a:extLst xmlns:a="http://schemas.openxmlformats.org/drawingml/2006/main">
              <a:ext uri="{FF2B5EF4-FFF2-40B4-BE49-F238E27FC236}">
                <a16:creationId xmlns:a16="http://schemas.microsoft.com/office/drawing/2014/main" id="{8717964F-40D6-4D50-8DC8-C7A2BFAC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8" name="Shape 486">
            <a:extLst xmlns:a="http://schemas.openxmlformats.org/drawingml/2006/main">
              <a:ext uri="{FF2B5EF4-FFF2-40B4-BE49-F238E27FC236}">
                <a16:creationId xmlns:a16="http://schemas.microsoft.com/office/drawing/2014/main" id="{6BC7A743-2605-4634-8F00-20C2B841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89" name="Shape 487">
            <a:extLst xmlns:a="http://schemas.openxmlformats.org/drawingml/2006/main">
              <a:ext uri="{FF2B5EF4-FFF2-40B4-BE49-F238E27FC236}">
                <a16:creationId xmlns:a16="http://schemas.microsoft.com/office/drawing/2014/main" id="{354CBE35-7C66-4EAB-99E7-42338F07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0" name="Shape 488">
            <a:extLst xmlns:a="http://schemas.openxmlformats.org/drawingml/2006/main">
              <a:ext uri="{FF2B5EF4-FFF2-40B4-BE49-F238E27FC236}">
                <a16:creationId xmlns:a16="http://schemas.microsoft.com/office/drawing/2014/main" id="{3DE13125-0C05-4DC5-B38B-509CA51D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1" name="Shape 489">
            <a:extLst xmlns:a="http://schemas.openxmlformats.org/drawingml/2006/main">
              <a:ext uri="{FF2B5EF4-FFF2-40B4-BE49-F238E27FC236}">
                <a16:creationId xmlns:a16="http://schemas.microsoft.com/office/drawing/2014/main" id="{70341979-86E0-4CE0-8DBF-EFDB460C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2" name="Shape 490">
            <a:extLst xmlns:a="http://schemas.openxmlformats.org/drawingml/2006/main">
              <a:ext uri="{FF2B5EF4-FFF2-40B4-BE49-F238E27FC236}">
                <a16:creationId xmlns:a16="http://schemas.microsoft.com/office/drawing/2014/main" id="{588196BC-58A2-496C-8FE9-55B21A61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3" name="Shape 491">
            <a:extLst xmlns:a="http://schemas.openxmlformats.org/drawingml/2006/main">
              <a:ext uri="{FF2B5EF4-FFF2-40B4-BE49-F238E27FC236}">
                <a16:creationId xmlns:a16="http://schemas.microsoft.com/office/drawing/2014/main" id="{6E27A4C2-029E-4A8D-BB05-73BEEA4E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4" name="Shape 492">
            <a:extLst xmlns:a="http://schemas.openxmlformats.org/drawingml/2006/main">
              <a:ext uri="{FF2B5EF4-FFF2-40B4-BE49-F238E27FC236}">
                <a16:creationId xmlns:a16="http://schemas.microsoft.com/office/drawing/2014/main" id="{E70841E1-495D-4122-9008-EBC41578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5" name="Shape 493">
            <a:extLst xmlns:a="http://schemas.openxmlformats.org/drawingml/2006/main">
              <a:ext uri="{FF2B5EF4-FFF2-40B4-BE49-F238E27FC236}">
                <a16:creationId xmlns:a16="http://schemas.microsoft.com/office/drawing/2014/main" id="{E5F036F4-BAD2-46D8-AE46-D5F3BE75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6" name="Shape 494">
            <a:extLst xmlns:a="http://schemas.openxmlformats.org/drawingml/2006/main">
              <a:ext uri="{FF2B5EF4-FFF2-40B4-BE49-F238E27FC236}">
                <a16:creationId xmlns:a16="http://schemas.microsoft.com/office/drawing/2014/main" id="{DEE09698-708E-4739-8B52-B5394571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7" name="Shape 495">
            <a:extLst xmlns:a="http://schemas.openxmlformats.org/drawingml/2006/main">
              <a:ext uri="{FF2B5EF4-FFF2-40B4-BE49-F238E27FC236}">
                <a16:creationId xmlns:a16="http://schemas.microsoft.com/office/drawing/2014/main" id="{BD9E2DC9-48EE-44B0-9B56-B04479E1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8" name="Shape 496">
            <a:extLst xmlns:a="http://schemas.openxmlformats.org/drawingml/2006/main">
              <a:ext uri="{FF2B5EF4-FFF2-40B4-BE49-F238E27FC236}">
                <a16:creationId xmlns:a16="http://schemas.microsoft.com/office/drawing/2014/main" id="{8BFEF355-0E43-4980-A6A8-F68AE293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499" name="Shape 497">
            <a:extLst xmlns:a="http://schemas.openxmlformats.org/drawingml/2006/main">
              <a:ext uri="{FF2B5EF4-FFF2-40B4-BE49-F238E27FC236}">
                <a16:creationId xmlns:a16="http://schemas.microsoft.com/office/drawing/2014/main" id="{4CD15FD2-1E7A-4ED8-AB1F-C5389B24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0" name="Shape 498">
            <a:extLst xmlns:a="http://schemas.openxmlformats.org/drawingml/2006/main">
              <a:ext uri="{FF2B5EF4-FFF2-40B4-BE49-F238E27FC236}">
                <a16:creationId xmlns:a16="http://schemas.microsoft.com/office/drawing/2014/main" id="{62305A18-48B3-4CB2-9F70-AC878CB7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1" name="Shape 499">
            <a:extLst xmlns:a="http://schemas.openxmlformats.org/drawingml/2006/main">
              <a:ext uri="{FF2B5EF4-FFF2-40B4-BE49-F238E27FC236}">
                <a16:creationId xmlns:a16="http://schemas.microsoft.com/office/drawing/2014/main" id="{30F20115-25F4-4830-AF3A-50D90FD6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2" name="Shape 500">
            <a:extLst xmlns:a="http://schemas.openxmlformats.org/drawingml/2006/main">
              <a:ext uri="{FF2B5EF4-FFF2-40B4-BE49-F238E27FC236}">
                <a16:creationId xmlns:a16="http://schemas.microsoft.com/office/drawing/2014/main" id="{624D2D59-26D2-4EE1-AE40-D00928DA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3" name="Shape 501">
            <a:extLst xmlns:a="http://schemas.openxmlformats.org/drawingml/2006/main">
              <a:ext uri="{FF2B5EF4-FFF2-40B4-BE49-F238E27FC236}">
                <a16:creationId xmlns:a16="http://schemas.microsoft.com/office/drawing/2014/main" id="{5E50119E-56AC-49CF-A489-1F624454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4" name="Shape 502">
            <a:extLst xmlns:a="http://schemas.openxmlformats.org/drawingml/2006/main">
              <a:ext uri="{FF2B5EF4-FFF2-40B4-BE49-F238E27FC236}">
                <a16:creationId xmlns:a16="http://schemas.microsoft.com/office/drawing/2014/main" id="{9CAAB9A3-ACB3-44BE-9302-F6B73DE0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5" name="Shape 503">
            <a:extLst xmlns:a="http://schemas.openxmlformats.org/drawingml/2006/main">
              <a:ext uri="{FF2B5EF4-FFF2-40B4-BE49-F238E27FC236}">
                <a16:creationId xmlns:a16="http://schemas.microsoft.com/office/drawing/2014/main" id="{8781EE27-53E4-4A98-9E3A-B415728F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6" name="Shape 504">
            <a:extLst xmlns:a="http://schemas.openxmlformats.org/drawingml/2006/main">
              <a:ext uri="{FF2B5EF4-FFF2-40B4-BE49-F238E27FC236}">
                <a16:creationId xmlns:a16="http://schemas.microsoft.com/office/drawing/2014/main" id="{FA7133F3-582D-455F-8B57-7AE7E159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7" name="Shape 505">
            <a:extLst xmlns:a="http://schemas.openxmlformats.org/drawingml/2006/main">
              <a:ext uri="{FF2B5EF4-FFF2-40B4-BE49-F238E27FC236}">
                <a16:creationId xmlns:a16="http://schemas.microsoft.com/office/drawing/2014/main" id="{4AC0427F-777E-4BE5-B85F-122DED18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8" name="Shape 506">
            <a:extLst xmlns:a="http://schemas.openxmlformats.org/drawingml/2006/main">
              <a:ext uri="{FF2B5EF4-FFF2-40B4-BE49-F238E27FC236}">
                <a16:creationId xmlns:a16="http://schemas.microsoft.com/office/drawing/2014/main" id="{DC764E71-2269-45D8-888D-AB571137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09" name="Shape 507">
            <a:extLst xmlns:a="http://schemas.openxmlformats.org/drawingml/2006/main">
              <a:ext uri="{FF2B5EF4-FFF2-40B4-BE49-F238E27FC236}">
                <a16:creationId xmlns:a16="http://schemas.microsoft.com/office/drawing/2014/main" id="{451B7775-FC31-4F49-B35E-CAA0CACD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0" name="Shape 508">
            <a:extLst xmlns:a="http://schemas.openxmlformats.org/drawingml/2006/main">
              <a:ext uri="{FF2B5EF4-FFF2-40B4-BE49-F238E27FC236}">
                <a16:creationId xmlns:a16="http://schemas.microsoft.com/office/drawing/2014/main" id="{5B80B400-0205-4B8E-A6D3-EFBD1ECB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1" name="Shape 509">
            <a:extLst xmlns:a="http://schemas.openxmlformats.org/drawingml/2006/main">
              <a:ext uri="{FF2B5EF4-FFF2-40B4-BE49-F238E27FC236}">
                <a16:creationId xmlns:a16="http://schemas.microsoft.com/office/drawing/2014/main" id="{83A109E0-6D5D-43E9-85FE-3E671301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2" name="Shape 510">
            <a:extLst xmlns:a="http://schemas.openxmlformats.org/drawingml/2006/main">
              <a:ext uri="{FF2B5EF4-FFF2-40B4-BE49-F238E27FC236}">
                <a16:creationId xmlns:a16="http://schemas.microsoft.com/office/drawing/2014/main" id="{2E4584EA-3D89-486F-BEAD-0FE1337E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3" name="Shape 511">
            <a:extLst xmlns:a="http://schemas.openxmlformats.org/drawingml/2006/main">
              <a:ext uri="{FF2B5EF4-FFF2-40B4-BE49-F238E27FC236}">
                <a16:creationId xmlns:a16="http://schemas.microsoft.com/office/drawing/2014/main" id="{8D48A02A-1DF7-4D50-B0EB-9F76BAE7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4" name="Shape 512">
            <a:extLst xmlns:a="http://schemas.openxmlformats.org/drawingml/2006/main">
              <a:ext uri="{FF2B5EF4-FFF2-40B4-BE49-F238E27FC236}">
                <a16:creationId xmlns:a16="http://schemas.microsoft.com/office/drawing/2014/main" id="{64A55B9D-2C12-4DD4-ABE6-9944F79E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5" name="Shape 513">
            <a:extLst xmlns:a="http://schemas.openxmlformats.org/drawingml/2006/main">
              <a:ext uri="{FF2B5EF4-FFF2-40B4-BE49-F238E27FC236}">
                <a16:creationId xmlns:a16="http://schemas.microsoft.com/office/drawing/2014/main" id="{29B6F3F7-45BD-47A8-85C6-39F12180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6" name="Shape 514">
            <a:extLst xmlns:a="http://schemas.openxmlformats.org/drawingml/2006/main">
              <a:ext uri="{FF2B5EF4-FFF2-40B4-BE49-F238E27FC236}">
                <a16:creationId xmlns:a16="http://schemas.microsoft.com/office/drawing/2014/main" id="{F25C42A7-A3FB-4759-B384-C7917E23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7" name="Shape 515">
            <a:extLst xmlns:a="http://schemas.openxmlformats.org/drawingml/2006/main">
              <a:ext uri="{FF2B5EF4-FFF2-40B4-BE49-F238E27FC236}">
                <a16:creationId xmlns:a16="http://schemas.microsoft.com/office/drawing/2014/main" id="{641EF90B-7266-4BE8-909D-049C8ABC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8" name="Shape 516">
            <a:extLst xmlns:a="http://schemas.openxmlformats.org/drawingml/2006/main">
              <a:ext uri="{FF2B5EF4-FFF2-40B4-BE49-F238E27FC236}">
                <a16:creationId xmlns:a16="http://schemas.microsoft.com/office/drawing/2014/main" id="{6291D32E-D90E-46A5-84AA-EA0D229C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19" name="Shape 517">
            <a:extLst xmlns:a="http://schemas.openxmlformats.org/drawingml/2006/main">
              <a:ext uri="{FF2B5EF4-FFF2-40B4-BE49-F238E27FC236}">
                <a16:creationId xmlns:a16="http://schemas.microsoft.com/office/drawing/2014/main" id="{CACA3A55-92E3-4645-9DFC-48EAAA2A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0" name="Shape 518">
            <a:extLst xmlns:a="http://schemas.openxmlformats.org/drawingml/2006/main">
              <a:ext uri="{FF2B5EF4-FFF2-40B4-BE49-F238E27FC236}">
                <a16:creationId xmlns:a16="http://schemas.microsoft.com/office/drawing/2014/main" id="{E98C1633-25B3-49C5-B8C7-91E07937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1" name="Shape 519">
            <a:extLst xmlns:a="http://schemas.openxmlformats.org/drawingml/2006/main">
              <a:ext uri="{FF2B5EF4-FFF2-40B4-BE49-F238E27FC236}">
                <a16:creationId xmlns:a16="http://schemas.microsoft.com/office/drawing/2014/main" id="{F67EF87B-C7BB-4A08-946A-4861E0BD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2" name="Shape 520">
            <a:extLst xmlns:a="http://schemas.openxmlformats.org/drawingml/2006/main">
              <a:ext uri="{FF2B5EF4-FFF2-40B4-BE49-F238E27FC236}">
                <a16:creationId xmlns:a16="http://schemas.microsoft.com/office/drawing/2014/main" id="{2B18AF65-61B2-459C-8220-3C43A789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3" name="Shape 521">
            <a:extLst xmlns:a="http://schemas.openxmlformats.org/drawingml/2006/main">
              <a:ext uri="{FF2B5EF4-FFF2-40B4-BE49-F238E27FC236}">
                <a16:creationId xmlns:a16="http://schemas.microsoft.com/office/drawing/2014/main" id="{9AF59A77-E166-41BF-B7B8-D28C69EC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4" name="Shape 522">
            <a:extLst xmlns:a="http://schemas.openxmlformats.org/drawingml/2006/main">
              <a:ext uri="{FF2B5EF4-FFF2-40B4-BE49-F238E27FC236}">
                <a16:creationId xmlns:a16="http://schemas.microsoft.com/office/drawing/2014/main" id="{4A661105-50F7-4A4C-8491-981A1A5C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5" name="Shape 523">
            <a:extLst xmlns:a="http://schemas.openxmlformats.org/drawingml/2006/main">
              <a:ext uri="{FF2B5EF4-FFF2-40B4-BE49-F238E27FC236}">
                <a16:creationId xmlns:a16="http://schemas.microsoft.com/office/drawing/2014/main" id="{A3398B17-E428-4F94-8A66-8EF05AEB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6" name="Shape 524">
            <a:extLst xmlns:a="http://schemas.openxmlformats.org/drawingml/2006/main">
              <a:ext uri="{FF2B5EF4-FFF2-40B4-BE49-F238E27FC236}">
                <a16:creationId xmlns:a16="http://schemas.microsoft.com/office/drawing/2014/main" id="{D80B96C3-9B2F-4588-A3D3-5AF87871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7" name="Shape 525">
            <a:extLst xmlns:a="http://schemas.openxmlformats.org/drawingml/2006/main">
              <a:ext uri="{FF2B5EF4-FFF2-40B4-BE49-F238E27FC236}">
                <a16:creationId xmlns:a16="http://schemas.microsoft.com/office/drawing/2014/main" id="{EFDF8CE4-E706-43EC-9167-2FB3A24B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8" name="Shape 526">
            <a:extLst xmlns:a="http://schemas.openxmlformats.org/drawingml/2006/main">
              <a:ext uri="{FF2B5EF4-FFF2-40B4-BE49-F238E27FC236}">
                <a16:creationId xmlns:a16="http://schemas.microsoft.com/office/drawing/2014/main" id="{0670CBF9-8B4C-4853-9766-A141D042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29" name="Shape 527">
            <a:extLst xmlns:a="http://schemas.openxmlformats.org/drawingml/2006/main">
              <a:ext uri="{FF2B5EF4-FFF2-40B4-BE49-F238E27FC236}">
                <a16:creationId xmlns:a16="http://schemas.microsoft.com/office/drawing/2014/main" id="{CB97E9DF-CF77-40F5-9E2B-BDA94C4E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0" name="Shape 528">
            <a:extLst xmlns:a="http://schemas.openxmlformats.org/drawingml/2006/main">
              <a:ext uri="{FF2B5EF4-FFF2-40B4-BE49-F238E27FC236}">
                <a16:creationId xmlns:a16="http://schemas.microsoft.com/office/drawing/2014/main" id="{F573FE2F-6303-4278-A0AE-A2B13827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1" name="Shape 529">
            <a:extLst xmlns:a="http://schemas.openxmlformats.org/drawingml/2006/main">
              <a:ext uri="{FF2B5EF4-FFF2-40B4-BE49-F238E27FC236}">
                <a16:creationId xmlns:a16="http://schemas.microsoft.com/office/drawing/2014/main" id="{975B7801-18B5-4B3E-8731-371C5526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2" name="Shape 530">
            <a:extLst xmlns:a="http://schemas.openxmlformats.org/drawingml/2006/main">
              <a:ext uri="{FF2B5EF4-FFF2-40B4-BE49-F238E27FC236}">
                <a16:creationId xmlns:a16="http://schemas.microsoft.com/office/drawing/2014/main" id="{8B38B7CA-2217-4592-ADB9-FF493DF5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3" name="Shape 531">
            <a:extLst xmlns:a="http://schemas.openxmlformats.org/drawingml/2006/main">
              <a:ext uri="{FF2B5EF4-FFF2-40B4-BE49-F238E27FC236}">
                <a16:creationId xmlns:a16="http://schemas.microsoft.com/office/drawing/2014/main" id="{A8E0FA8E-D612-4BBB-9D9F-71F45AC4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4" name="Shape 532">
            <a:extLst xmlns:a="http://schemas.openxmlformats.org/drawingml/2006/main">
              <a:ext uri="{FF2B5EF4-FFF2-40B4-BE49-F238E27FC236}">
                <a16:creationId xmlns:a16="http://schemas.microsoft.com/office/drawing/2014/main" id="{A10A7250-4D79-44DA-B4E2-BD8B71BD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5" name="Shape 533">
            <a:extLst xmlns:a="http://schemas.openxmlformats.org/drawingml/2006/main">
              <a:ext uri="{FF2B5EF4-FFF2-40B4-BE49-F238E27FC236}">
                <a16:creationId xmlns:a16="http://schemas.microsoft.com/office/drawing/2014/main" id="{EA6A5FD3-D106-4229-B4D7-F2B8B5A6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6" name="Shape 534">
            <a:extLst xmlns:a="http://schemas.openxmlformats.org/drawingml/2006/main">
              <a:ext uri="{FF2B5EF4-FFF2-40B4-BE49-F238E27FC236}">
                <a16:creationId xmlns:a16="http://schemas.microsoft.com/office/drawing/2014/main" id="{B8C71ED1-4E53-4048-9144-CAC1F236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7" name="Shape 535">
            <a:extLst xmlns:a="http://schemas.openxmlformats.org/drawingml/2006/main">
              <a:ext uri="{FF2B5EF4-FFF2-40B4-BE49-F238E27FC236}">
                <a16:creationId xmlns:a16="http://schemas.microsoft.com/office/drawing/2014/main" id="{71636389-8281-49CA-A3A7-C469340D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8" name="Shape 536">
            <a:extLst xmlns:a="http://schemas.openxmlformats.org/drawingml/2006/main">
              <a:ext uri="{FF2B5EF4-FFF2-40B4-BE49-F238E27FC236}">
                <a16:creationId xmlns:a16="http://schemas.microsoft.com/office/drawing/2014/main" id="{9F824E1D-6DC7-46F2-B367-EC28C8E9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39" name="Shape 537">
            <a:extLst xmlns:a="http://schemas.openxmlformats.org/drawingml/2006/main">
              <a:ext uri="{FF2B5EF4-FFF2-40B4-BE49-F238E27FC236}">
                <a16:creationId xmlns:a16="http://schemas.microsoft.com/office/drawing/2014/main" id="{287BD188-DEF2-4E1F-B86E-DAD96802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0" name="Shape 538">
            <a:extLst xmlns:a="http://schemas.openxmlformats.org/drawingml/2006/main">
              <a:ext uri="{FF2B5EF4-FFF2-40B4-BE49-F238E27FC236}">
                <a16:creationId xmlns:a16="http://schemas.microsoft.com/office/drawing/2014/main" id="{E7B9B9B9-276F-49F8-9524-E82E3EE1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1" name="Shape 539">
            <a:extLst xmlns:a="http://schemas.openxmlformats.org/drawingml/2006/main">
              <a:ext uri="{FF2B5EF4-FFF2-40B4-BE49-F238E27FC236}">
                <a16:creationId xmlns:a16="http://schemas.microsoft.com/office/drawing/2014/main" id="{E05C9129-EFD8-43A0-9BC9-9595BD37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2" name="Shape 540">
            <a:extLst xmlns:a="http://schemas.openxmlformats.org/drawingml/2006/main">
              <a:ext uri="{FF2B5EF4-FFF2-40B4-BE49-F238E27FC236}">
                <a16:creationId xmlns:a16="http://schemas.microsoft.com/office/drawing/2014/main" id="{E024E5A1-400F-4F21-A316-7274783C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3" name="Shape 541">
            <a:extLst xmlns:a="http://schemas.openxmlformats.org/drawingml/2006/main">
              <a:ext uri="{FF2B5EF4-FFF2-40B4-BE49-F238E27FC236}">
                <a16:creationId xmlns:a16="http://schemas.microsoft.com/office/drawing/2014/main" id="{F0A1212E-DD10-4214-BBAB-5A333221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4" name="Shape 542">
            <a:extLst xmlns:a="http://schemas.openxmlformats.org/drawingml/2006/main">
              <a:ext uri="{FF2B5EF4-FFF2-40B4-BE49-F238E27FC236}">
                <a16:creationId xmlns:a16="http://schemas.microsoft.com/office/drawing/2014/main" id="{80F21287-5C94-40F0-89A0-6DC9DB58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5" name="Shape 543">
            <a:extLst xmlns:a="http://schemas.openxmlformats.org/drawingml/2006/main">
              <a:ext uri="{FF2B5EF4-FFF2-40B4-BE49-F238E27FC236}">
                <a16:creationId xmlns:a16="http://schemas.microsoft.com/office/drawing/2014/main" id="{AC937A4C-8170-41C5-9CF7-CAD157AF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6" name="Shape 544">
            <a:extLst xmlns:a="http://schemas.openxmlformats.org/drawingml/2006/main">
              <a:ext uri="{FF2B5EF4-FFF2-40B4-BE49-F238E27FC236}">
                <a16:creationId xmlns:a16="http://schemas.microsoft.com/office/drawing/2014/main" id="{CE6AAC0D-7306-4E8F-8C8C-A5ECD5F6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7" name="Shape 545">
            <a:extLst xmlns:a="http://schemas.openxmlformats.org/drawingml/2006/main">
              <a:ext uri="{FF2B5EF4-FFF2-40B4-BE49-F238E27FC236}">
                <a16:creationId xmlns:a16="http://schemas.microsoft.com/office/drawing/2014/main" id="{60CC30BE-BC72-4E8F-B3A0-F8903AF5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8" name="Shape 546">
            <a:extLst xmlns:a="http://schemas.openxmlformats.org/drawingml/2006/main">
              <a:ext uri="{FF2B5EF4-FFF2-40B4-BE49-F238E27FC236}">
                <a16:creationId xmlns:a16="http://schemas.microsoft.com/office/drawing/2014/main" id="{CCDA522D-8265-47D9-AC17-8418B4F5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49" name="Shape 547">
            <a:extLst xmlns:a="http://schemas.openxmlformats.org/drawingml/2006/main">
              <a:ext uri="{FF2B5EF4-FFF2-40B4-BE49-F238E27FC236}">
                <a16:creationId xmlns:a16="http://schemas.microsoft.com/office/drawing/2014/main" id="{BABC6BB6-C2E5-48F3-88A4-3688B01C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0" name="Shape 548">
            <a:extLst xmlns:a="http://schemas.openxmlformats.org/drawingml/2006/main">
              <a:ext uri="{FF2B5EF4-FFF2-40B4-BE49-F238E27FC236}">
                <a16:creationId xmlns:a16="http://schemas.microsoft.com/office/drawing/2014/main" id="{C5D7DE5E-4B44-41DD-A430-CC654DB7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1" name="Shape 549">
            <a:extLst xmlns:a="http://schemas.openxmlformats.org/drawingml/2006/main">
              <a:ext uri="{FF2B5EF4-FFF2-40B4-BE49-F238E27FC236}">
                <a16:creationId xmlns:a16="http://schemas.microsoft.com/office/drawing/2014/main" id="{5CB2A949-8B76-45D9-A304-AF72DC68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2" name="Shape 550">
            <a:extLst xmlns:a="http://schemas.openxmlformats.org/drawingml/2006/main">
              <a:ext uri="{FF2B5EF4-FFF2-40B4-BE49-F238E27FC236}">
                <a16:creationId xmlns:a16="http://schemas.microsoft.com/office/drawing/2014/main" id="{52E098AF-BB0F-4C20-8B99-8C20B4C0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3" name="Shape 551">
            <a:extLst xmlns:a="http://schemas.openxmlformats.org/drawingml/2006/main">
              <a:ext uri="{FF2B5EF4-FFF2-40B4-BE49-F238E27FC236}">
                <a16:creationId xmlns:a16="http://schemas.microsoft.com/office/drawing/2014/main" id="{0686C948-6084-4B9F-9EE1-BB2B1095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4" name="Shape 552">
            <a:extLst xmlns:a="http://schemas.openxmlformats.org/drawingml/2006/main">
              <a:ext uri="{FF2B5EF4-FFF2-40B4-BE49-F238E27FC236}">
                <a16:creationId xmlns:a16="http://schemas.microsoft.com/office/drawing/2014/main" id="{8E375C9F-0EA0-493C-A404-3305307B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5" name="Shape 553">
            <a:extLst xmlns:a="http://schemas.openxmlformats.org/drawingml/2006/main">
              <a:ext uri="{FF2B5EF4-FFF2-40B4-BE49-F238E27FC236}">
                <a16:creationId xmlns:a16="http://schemas.microsoft.com/office/drawing/2014/main" id="{C7BD2B93-C122-4AE5-9D94-D8F03269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6" name="Shape 554">
            <a:extLst xmlns:a="http://schemas.openxmlformats.org/drawingml/2006/main">
              <a:ext uri="{FF2B5EF4-FFF2-40B4-BE49-F238E27FC236}">
                <a16:creationId xmlns:a16="http://schemas.microsoft.com/office/drawing/2014/main" id="{0C0525DE-DBC4-4041-90E8-1D997698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7" name="Shape 555">
            <a:extLst xmlns:a="http://schemas.openxmlformats.org/drawingml/2006/main">
              <a:ext uri="{FF2B5EF4-FFF2-40B4-BE49-F238E27FC236}">
                <a16:creationId xmlns:a16="http://schemas.microsoft.com/office/drawing/2014/main" id="{F850FFAF-64D0-474E-92EF-C3D673C6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8" name="Shape 556">
            <a:extLst xmlns:a="http://schemas.openxmlformats.org/drawingml/2006/main">
              <a:ext uri="{FF2B5EF4-FFF2-40B4-BE49-F238E27FC236}">
                <a16:creationId xmlns:a16="http://schemas.microsoft.com/office/drawing/2014/main" id="{52F87E96-FA59-4339-850F-747048BA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59" name="Shape 557">
            <a:extLst xmlns:a="http://schemas.openxmlformats.org/drawingml/2006/main">
              <a:ext uri="{FF2B5EF4-FFF2-40B4-BE49-F238E27FC236}">
                <a16:creationId xmlns:a16="http://schemas.microsoft.com/office/drawing/2014/main" id="{0F6EC2D2-8B65-44E6-A619-79448C35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0" name="Shape 558">
            <a:extLst xmlns:a="http://schemas.openxmlformats.org/drawingml/2006/main">
              <a:ext uri="{FF2B5EF4-FFF2-40B4-BE49-F238E27FC236}">
                <a16:creationId xmlns:a16="http://schemas.microsoft.com/office/drawing/2014/main" id="{2A43ACEB-A650-4A37-948B-5F115C30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1" name="Shape 559">
            <a:extLst xmlns:a="http://schemas.openxmlformats.org/drawingml/2006/main">
              <a:ext uri="{FF2B5EF4-FFF2-40B4-BE49-F238E27FC236}">
                <a16:creationId xmlns:a16="http://schemas.microsoft.com/office/drawing/2014/main" id="{6BAFA3C6-DE68-4F40-A723-825A42A2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2" name="Shape 560">
            <a:extLst xmlns:a="http://schemas.openxmlformats.org/drawingml/2006/main">
              <a:ext uri="{FF2B5EF4-FFF2-40B4-BE49-F238E27FC236}">
                <a16:creationId xmlns:a16="http://schemas.microsoft.com/office/drawing/2014/main" id="{2A30DF36-5AF9-4C29-9758-C3D2CF6C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3" name="Shape 561">
            <a:extLst xmlns:a="http://schemas.openxmlformats.org/drawingml/2006/main">
              <a:ext uri="{FF2B5EF4-FFF2-40B4-BE49-F238E27FC236}">
                <a16:creationId xmlns:a16="http://schemas.microsoft.com/office/drawing/2014/main" id="{BA590497-DC81-48D8-AB96-91778B7B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4" name="Shape 562">
            <a:extLst xmlns:a="http://schemas.openxmlformats.org/drawingml/2006/main">
              <a:ext uri="{FF2B5EF4-FFF2-40B4-BE49-F238E27FC236}">
                <a16:creationId xmlns:a16="http://schemas.microsoft.com/office/drawing/2014/main" id="{0BAEEED9-CBDE-4D82-AF7E-24D597D6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5" name="Shape 563">
            <a:extLst xmlns:a="http://schemas.openxmlformats.org/drawingml/2006/main">
              <a:ext uri="{FF2B5EF4-FFF2-40B4-BE49-F238E27FC236}">
                <a16:creationId xmlns:a16="http://schemas.microsoft.com/office/drawing/2014/main" id="{7B9039D6-D735-4F74-AED0-0422DA90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6" name="Shape 564">
            <a:extLst xmlns:a="http://schemas.openxmlformats.org/drawingml/2006/main">
              <a:ext uri="{FF2B5EF4-FFF2-40B4-BE49-F238E27FC236}">
                <a16:creationId xmlns:a16="http://schemas.microsoft.com/office/drawing/2014/main" id="{DCB1BBC5-553B-478B-824B-53576F07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7" name="Shape 565">
            <a:extLst xmlns:a="http://schemas.openxmlformats.org/drawingml/2006/main">
              <a:ext uri="{FF2B5EF4-FFF2-40B4-BE49-F238E27FC236}">
                <a16:creationId xmlns:a16="http://schemas.microsoft.com/office/drawing/2014/main" id="{6DB79EF6-FE3A-4BE4-9764-2EC36E62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8" name="Shape 566">
            <a:extLst xmlns:a="http://schemas.openxmlformats.org/drawingml/2006/main">
              <a:ext uri="{FF2B5EF4-FFF2-40B4-BE49-F238E27FC236}">
                <a16:creationId xmlns:a16="http://schemas.microsoft.com/office/drawing/2014/main" id="{3CEF54E2-75B9-4859-AABA-9B490058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69" name="Shape 567">
            <a:extLst xmlns:a="http://schemas.openxmlformats.org/drawingml/2006/main">
              <a:ext uri="{FF2B5EF4-FFF2-40B4-BE49-F238E27FC236}">
                <a16:creationId xmlns:a16="http://schemas.microsoft.com/office/drawing/2014/main" id="{576595A5-9505-44B6-B267-8647EE3F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0" name="Shape 568">
            <a:extLst xmlns:a="http://schemas.openxmlformats.org/drawingml/2006/main">
              <a:ext uri="{FF2B5EF4-FFF2-40B4-BE49-F238E27FC236}">
                <a16:creationId xmlns:a16="http://schemas.microsoft.com/office/drawing/2014/main" id="{0E3089EA-3181-4BDC-80DC-BFB31389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1" name="Shape 569">
            <a:extLst xmlns:a="http://schemas.openxmlformats.org/drawingml/2006/main">
              <a:ext uri="{FF2B5EF4-FFF2-40B4-BE49-F238E27FC236}">
                <a16:creationId xmlns:a16="http://schemas.microsoft.com/office/drawing/2014/main" id="{764F412F-EE13-46B2-87EC-3DE30A67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2" name="Shape 570">
            <a:extLst xmlns:a="http://schemas.openxmlformats.org/drawingml/2006/main">
              <a:ext uri="{FF2B5EF4-FFF2-40B4-BE49-F238E27FC236}">
                <a16:creationId xmlns:a16="http://schemas.microsoft.com/office/drawing/2014/main" id="{8F2102DF-5641-4F88-AFFC-41636F83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3" name="Shape 571">
            <a:extLst xmlns:a="http://schemas.openxmlformats.org/drawingml/2006/main">
              <a:ext uri="{FF2B5EF4-FFF2-40B4-BE49-F238E27FC236}">
                <a16:creationId xmlns:a16="http://schemas.microsoft.com/office/drawing/2014/main" id="{98195003-A7B4-4173-9E55-123AD041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4" name="Shape 572">
            <a:extLst xmlns:a="http://schemas.openxmlformats.org/drawingml/2006/main">
              <a:ext uri="{FF2B5EF4-FFF2-40B4-BE49-F238E27FC236}">
                <a16:creationId xmlns:a16="http://schemas.microsoft.com/office/drawing/2014/main" id="{8100DE4A-10DD-4FF2-A236-31338ABC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5" name="Shape 573">
            <a:extLst xmlns:a="http://schemas.openxmlformats.org/drawingml/2006/main">
              <a:ext uri="{FF2B5EF4-FFF2-40B4-BE49-F238E27FC236}">
                <a16:creationId xmlns:a16="http://schemas.microsoft.com/office/drawing/2014/main" id="{E9440F0B-1045-4FB5-9F15-8C0092F2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6" name="Shape 574">
            <a:extLst xmlns:a="http://schemas.openxmlformats.org/drawingml/2006/main">
              <a:ext uri="{FF2B5EF4-FFF2-40B4-BE49-F238E27FC236}">
                <a16:creationId xmlns:a16="http://schemas.microsoft.com/office/drawing/2014/main" id="{D75FEA3C-B9A9-4969-A589-0FCE02C0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7" name="Shape 575">
            <a:extLst xmlns:a="http://schemas.openxmlformats.org/drawingml/2006/main">
              <a:ext uri="{FF2B5EF4-FFF2-40B4-BE49-F238E27FC236}">
                <a16:creationId xmlns:a16="http://schemas.microsoft.com/office/drawing/2014/main" id="{5A087214-0B9F-4EA1-9DFD-52589C95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8" name="Shape 576">
            <a:extLst xmlns:a="http://schemas.openxmlformats.org/drawingml/2006/main">
              <a:ext uri="{FF2B5EF4-FFF2-40B4-BE49-F238E27FC236}">
                <a16:creationId xmlns:a16="http://schemas.microsoft.com/office/drawing/2014/main" id="{41AD0226-1952-4504-83C5-EE07A6DD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79" name="Shape 577">
            <a:extLst xmlns:a="http://schemas.openxmlformats.org/drawingml/2006/main">
              <a:ext uri="{FF2B5EF4-FFF2-40B4-BE49-F238E27FC236}">
                <a16:creationId xmlns:a16="http://schemas.microsoft.com/office/drawing/2014/main" id="{EDC2ECE7-C6DD-45EF-A959-E957FF70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0" name="Shape 578">
            <a:extLst xmlns:a="http://schemas.openxmlformats.org/drawingml/2006/main">
              <a:ext uri="{FF2B5EF4-FFF2-40B4-BE49-F238E27FC236}">
                <a16:creationId xmlns:a16="http://schemas.microsoft.com/office/drawing/2014/main" id="{8C8B08E3-0272-4B61-8C7A-C1138F4B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1" name="Shape 579">
            <a:extLst xmlns:a="http://schemas.openxmlformats.org/drawingml/2006/main">
              <a:ext uri="{FF2B5EF4-FFF2-40B4-BE49-F238E27FC236}">
                <a16:creationId xmlns:a16="http://schemas.microsoft.com/office/drawing/2014/main" id="{2820586E-D388-4B84-9180-2FE8E8B5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2" name="Shape 580">
            <a:extLst xmlns:a="http://schemas.openxmlformats.org/drawingml/2006/main">
              <a:ext uri="{FF2B5EF4-FFF2-40B4-BE49-F238E27FC236}">
                <a16:creationId xmlns:a16="http://schemas.microsoft.com/office/drawing/2014/main" id="{1D3EBAE9-0AF5-4A7A-89F7-C69ABA70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3" name="Shape 581">
            <a:extLst xmlns:a="http://schemas.openxmlformats.org/drawingml/2006/main">
              <a:ext uri="{FF2B5EF4-FFF2-40B4-BE49-F238E27FC236}">
                <a16:creationId xmlns:a16="http://schemas.microsoft.com/office/drawing/2014/main" id="{183FFCE6-852A-468A-B524-A1950345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4" name="Shape 582">
            <a:extLst xmlns:a="http://schemas.openxmlformats.org/drawingml/2006/main">
              <a:ext uri="{FF2B5EF4-FFF2-40B4-BE49-F238E27FC236}">
                <a16:creationId xmlns:a16="http://schemas.microsoft.com/office/drawing/2014/main" id="{187C59EB-06B1-4FBF-95CA-18A17E88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5" name="Shape 583">
            <a:extLst xmlns:a="http://schemas.openxmlformats.org/drawingml/2006/main">
              <a:ext uri="{FF2B5EF4-FFF2-40B4-BE49-F238E27FC236}">
                <a16:creationId xmlns:a16="http://schemas.microsoft.com/office/drawing/2014/main" id="{21A14FBA-589E-4A34-9780-B36B7984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6" name="Shape 584">
            <a:extLst xmlns:a="http://schemas.openxmlformats.org/drawingml/2006/main">
              <a:ext uri="{FF2B5EF4-FFF2-40B4-BE49-F238E27FC236}">
                <a16:creationId xmlns:a16="http://schemas.microsoft.com/office/drawing/2014/main" id="{3637F9F5-8BA3-42A7-909E-173E18B8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7" name="Shape 585">
            <a:extLst xmlns:a="http://schemas.openxmlformats.org/drawingml/2006/main">
              <a:ext uri="{FF2B5EF4-FFF2-40B4-BE49-F238E27FC236}">
                <a16:creationId xmlns:a16="http://schemas.microsoft.com/office/drawing/2014/main" id="{9DC510DC-8012-4DCB-BFC2-53C51447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8" name="Shape 586">
            <a:extLst xmlns:a="http://schemas.openxmlformats.org/drawingml/2006/main">
              <a:ext uri="{FF2B5EF4-FFF2-40B4-BE49-F238E27FC236}">
                <a16:creationId xmlns:a16="http://schemas.microsoft.com/office/drawing/2014/main" id="{53899F6B-E404-400B-A900-CEC91902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89" name="Shape 587">
            <a:extLst xmlns:a="http://schemas.openxmlformats.org/drawingml/2006/main">
              <a:ext uri="{FF2B5EF4-FFF2-40B4-BE49-F238E27FC236}">
                <a16:creationId xmlns:a16="http://schemas.microsoft.com/office/drawing/2014/main" id="{EEE8820C-9841-4061-B396-9EBB4B2A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0" name="Shape 588">
            <a:extLst xmlns:a="http://schemas.openxmlformats.org/drawingml/2006/main">
              <a:ext uri="{FF2B5EF4-FFF2-40B4-BE49-F238E27FC236}">
                <a16:creationId xmlns:a16="http://schemas.microsoft.com/office/drawing/2014/main" id="{E50D1754-3551-472F-80D2-DF599572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1" name="Shape 589">
            <a:extLst xmlns:a="http://schemas.openxmlformats.org/drawingml/2006/main">
              <a:ext uri="{FF2B5EF4-FFF2-40B4-BE49-F238E27FC236}">
                <a16:creationId xmlns:a16="http://schemas.microsoft.com/office/drawing/2014/main" id="{4E185B09-E4DE-4900-A7E0-DB365DD7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2" name="Shape 590">
            <a:extLst xmlns:a="http://schemas.openxmlformats.org/drawingml/2006/main">
              <a:ext uri="{FF2B5EF4-FFF2-40B4-BE49-F238E27FC236}">
                <a16:creationId xmlns:a16="http://schemas.microsoft.com/office/drawing/2014/main" id="{608237CC-AB08-4F59-8E49-2E3ACE10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3" name="Shape 591">
            <a:extLst xmlns:a="http://schemas.openxmlformats.org/drawingml/2006/main">
              <a:ext uri="{FF2B5EF4-FFF2-40B4-BE49-F238E27FC236}">
                <a16:creationId xmlns:a16="http://schemas.microsoft.com/office/drawing/2014/main" id="{31F85A27-280E-4E0B-BB96-039239BA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4" name="Shape 592">
            <a:extLst xmlns:a="http://schemas.openxmlformats.org/drawingml/2006/main">
              <a:ext uri="{FF2B5EF4-FFF2-40B4-BE49-F238E27FC236}">
                <a16:creationId xmlns:a16="http://schemas.microsoft.com/office/drawing/2014/main" id="{67242D96-978D-4139-935F-85381859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5" name="Shape 593">
            <a:extLst xmlns:a="http://schemas.openxmlformats.org/drawingml/2006/main">
              <a:ext uri="{FF2B5EF4-FFF2-40B4-BE49-F238E27FC236}">
                <a16:creationId xmlns:a16="http://schemas.microsoft.com/office/drawing/2014/main" id="{6889E768-8EE3-4C0B-AEF9-E6BA4917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6" name="Shape 594">
            <a:extLst xmlns:a="http://schemas.openxmlformats.org/drawingml/2006/main">
              <a:ext uri="{FF2B5EF4-FFF2-40B4-BE49-F238E27FC236}">
                <a16:creationId xmlns:a16="http://schemas.microsoft.com/office/drawing/2014/main" id="{08A87F19-2784-4DBB-B321-6872708D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7" name="Shape 595">
            <a:extLst xmlns:a="http://schemas.openxmlformats.org/drawingml/2006/main">
              <a:ext uri="{FF2B5EF4-FFF2-40B4-BE49-F238E27FC236}">
                <a16:creationId xmlns:a16="http://schemas.microsoft.com/office/drawing/2014/main" id="{DF7949D2-FC51-407E-AFED-567C6B48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8" name="Shape 596">
            <a:extLst xmlns:a="http://schemas.openxmlformats.org/drawingml/2006/main">
              <a:ext uri="{FF2B5EF4-FFF2-40B4-BE49-F238E27FC236}">
                <a16:creationId xmlns:a16="http://schemas.microsoft.com/office/drawing/2014/main" id="{484E4AF9-29AD-4094-897F-B899AE40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599" name="Shape 597">
            <a:extLst xmlns:a="http://schemas.openxmlformats.org/drawingml/2006/main">
              <a:ext uri="{FF2B5EF4-FFF2-40B4-BE49-F238E27FC236}">
                <a16:creationId xmlns:a16="http://schemas.microsoft.com/office/drawing/2014/main" id="{DD22BB92-A31D-482A-9381-008F234C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0" name="Shape 598">
            <a:extLst xmlns:a="http://schemas.openxmlformats.org/drawingml/2006/main">
              <a:ext uri="{FF2B5EF4-FFF2-40B4-BE49-F238E27FC236}">
                <a16:creationId xmlns:a16="http://schemas.microsoft.com/office/drawing/2014/main" id="{D4CE25B3-E21B-47E2-939D-15F62A66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1" name="Shape 599">
            <a:extLst xmlns:a="http://schemas.openxmlformats.org/drawingml/2006/main">
              <a:ext uri="{FF2B5EF4-FFF2-40B4-BE49-F238E27FC236}">
                <a16:creationId xmlns:a16="http://schemas.microsoft.com/office/drawing/2014/main" id="{B45C1D0A-9718-4606-8C76-CFE3229A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2" name="Shape 600">
            <a:extLst xmlns:a="http://schemas.openxmlformats.org/drawingml/2006/main">
              <a:ext uri="{FF2B5EF4-FFF2-40B4-BE49-F238E27FC236}">
                <a16:creationId xmlns:a16="http://schemas.microsoft.com/office/drawing/2014/main" id="{C4099E06-1F78-4CB3-AF80-7217510A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3" name="Shape 601">
            <a:extLst xmlns:a="http://schemas.openxmlformats.org/drawingml/2006/main">
              <a:ext uri="{FF2B5EF4-FFF2-40B4-BE49-F238E27FC236}">
                <a16:creationId xmlns:a16="http://schemas.microsoft.com/office/drawing/2014/main" id="{F8745BD7-97BF-494E-AA8E-5D4F2FDC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4" name="Shape 602">
            <a:extLst xmlns:a="http://schemas.openxmlformats.org/drawingml/2006/main">
              <a:ext uri="{FF2B5EF4-FFF2-40B4-BE49-F238E27FC236}">
                <a16:creationId xmlns:a16="http://schemas.microsoft.com/office/drawing/2014/main" id="{59073EE1-EF25-4A93-90BE-88F46ED9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5" name="Shape 603">
            <a:extLst xmlns:a="http://schemas.openxmlformats.org/drawingml/2006/main">
              <a:ext uri="{FF2B5EF4-FFF2-40B4-BE49-F238E27FC236}">
                <a16:creationId xmlns:a16="http://schemas.microsoft.com/office/drawing/2014/main" id="{22D00599-B767-4391-AF83-D7292E4F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6" name="Shape 604">
            <a:extLst xmlns:a="http://schemas.openxmlformats.org/drawingml/2006/main">
              <a:ext uri="{FF2B5EF4-FFF2-40B4-BE49-F238E27FC236}">
                <a16:creationId xmlns:a16="http://schemas.microsoft.com/office/drawing/2014/main" id="{CA06ED1E-B500-4F21-8A6D-7F345320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7" name="Shape 605">
            <a:extLst xmlns:a="http://schemas.openxmlformats.org/drawingml/2006/main">
              <a:ext uri="{FF2B5EF4-FFF2-40B4-BE49-F238E27FC236}">
                <a16:creationId xmlns:a16="http://schemas.microsoft.com/office/drawing/2014/main" id="{F991A385-9054-40D5-B936-662186F0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8" name="Shape 606">
            <a:extLst xmlns:a="http://schemas.openxmlformats.org/drawingml/2006/main">
              <a:ext uri="{FF2B5EF4-FFF2-40B4-BE49-F238E27FC236}">
                <a16:creationId xmlns:a16="http://schemas.microsoft.com/office/drawing/2014/main" id="{E826E275-F318-4DC1-8A56-B3729333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09" name="Shape 607">
            <a:extLst xmlns:a="http://schemas.openxmlformats.org/drawingml/2006/main">
              <a:ext uri="{FF2B5EF4-FFF2-40B4-BE49-F238E27FC236}">
                <a16:creationId xmlns:a16="http://schemas.microsoft.com/office/drawing/2014/main" id="{D23F51CD-269D-425C-9B44-C4CEB176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0" name="Shape 608">
            <a:extLst xmlns:a="http://schemas.openxmlformats.org/drawingml/2006/main">
              <a:ext uri="{FF2B5EF4-FFF2-40B4-BE49-F238E27FC236}">
                <a16:creationId xmlns:a16="http://schemas.microsoft.com/office/drawing/2014/main" id="{46C2E7B0-EECA-443E-B060-E34888F3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1" name="Shape 609">
            <a:extLst xmlns:a="http://schemas.openxmlformats.org/drawingml/2006/main">
              <a:ext uri="{FF2B5EF4-FFF2-40B4-BE49-F238E27FC236}">
                <a16:creationId xmlns:a16="http://schemas.microsoft.com/office/drawing/2014/main" id="{70CFE001-C144-4FA0-94C5-54B3CEA6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2" name="Shape 610">
            <a:extLst xmlns:a="http://schemas.openxmlformats.org/drawingml/2006/main">
              <a:ext uri="{FF2B5EF4-FFF2-40B4-BE49-F238E27FC236}">
                <a16:creationId xmlns:a16="http://schemas.microsoft.com/office/drawing/2014/main" id="{DB96A559-D0D2-4802-A16F-28BF24FF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3" name="Shape 611">
            <a:extLst xmlns:a="http://schemas.openxmlformats.org/drawingml/2006/main">
              <a:ext uri="{FF2B5EF4-FFF2-40B4-BE49-F238E27FC236}">
                <a16:creationId xmlns:a16="http://schemas.microsoft.com/office/drawing/2014/main" id="{DD3E21D2-3F70-4224-A4C2-8B202404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4" name="Shape 612">
            <a:extLst xmlns:a="http://schemas.openxmlformats.org/drawingml/2006/main">
              <a:ext uri="{FF2B5EF4-FFF2-40B4-BE49-F238E27FC236}">
                <a16:creationId xmlns:a16="http://schemas.microsoft.com/office/drawing/2014/main" id="{30C48042-0B6B-46D1-9971-E2D6862E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5" name="Shape 613">
            <a:extLst xmlns:a="http://schemas.openxmlformats.org/drawingml/2006/main">
              <a:ext uri="{FF2B5EF4-FFF2-40B4-BE49-F238E27FC236}">
                <a16:creationId xmlns:a16="http://schemas.microsoft.com/office/drawing/2014/main" id="{EF1A451F-5A57-4AED-B51C-3AFC9148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6" name="Shape 614">
            <a:extLst xmlns:a="http://schemas.openxmlformats.org/drawingml/2006/main">
              <a:ext uri="{FF2B5EF4-FFF2-40B4-BE49-F238E27FC236}">
                <a16:creationId xmlns:a16="http://schemas.microsoft.com/office/drawing/2014/main" id="{5A732BAE-C501-4705-A7B2-AEC76656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7" name="Shape 615">
            <a:extLst xmlns:a="http://schemas.openxmlformats.org/drawingml/2006/main">
              <a:ext uri="{FF2B5EF4-FFF2-40B4-BE49-F238E27FC236}">
                <a16:creationId xmlns:a16="http://schemas.microsoft.com/office/drawing/2014/main" id="{13149FC7-57C6-4B44-A0C5-AFCDE08D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8" name="Shape 616">
            <a:extLst xmlns:a="http://schemas.openxmlformats.org/drawingml/2006/main">
              <a:ext uri="{FF2B5EF4-FFF2-40B4-BE49-F238E27FC236}">
                <a16:creationId xmlns:a16="http://schemas.microsoft.com/office/drawing/2014/main" id="{190A1516-6E50-4481-BFAC-BDC2BBF5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19" name="Shape 617">
            <a:extLst xmlns:a="http://schemas.openxmlformats.org/drawingml/2006/main">
              <a:ext uri="{FF2B5EF4-FFF2-40B4-BE49-F238E27FC236}">
                <a16:creationId xmlns:a16="http://schemas.microsoft.com/office/drawing/2014/main" id="{6414DD5C-E5A4-49C6-8327-48459F10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0" name="Shape 618">
            <a:extLst xmlns:a="http://schemas.openxmlformats.org/drawingml/2006/main">
              <a:ext uri="{FF2B5EF4-FFF2-40B4-BE49-F238E27FC236}">
                <a16:creationId xmlns:a16="http://schemas.microsoft.com/office/drawing/2014/main" id="{7D4B81A1-E019-479A-818A-B46D1337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1" name="Shape 619">
            <a:extLst xmlns:a="http://schemas.openxmlformats.org/drawingml/2006/main">
              <a:ext uri="{FF2B5EF4-FFF2-40B4-BE49-F238E27FC236}">
                <a16:creationId xmlns:a16="http://schemas.microsoft.com/office/drawing/2014/main" id="{D6C9583D-EA90-4C55-8EDF-95AC123D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2" name="Shape 620">
            <a:extLst xmlns:a="http://schemas.openxmlformats.org/drawingml/2006/main">
              <a:ext uri="{FF2B5EF4-FFF2-40B4-BE49-F238E27FC236}">
                <a16:creationId xmlns:a16="http://schemas.microsoft.com/office/drawing/2014/main" id="{583E3457-7BF2-4835-AAA2-3F24494C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3" name="Shape 621">
            <a:extLst xmlns:a="http://schemas.openxmlformats.org/drawingml/2006/main">
              <a:ext uri="{FF2B5EF4-FFF2-40B4-BE49-F238E27FC236}">
                <a16:creationId xmlns:a16="http://schemas.microsoft.com/office/drawing/2014/main" id="{945D6D43-CCFD-441A-92BE-A69C4E91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4" name="Shape 622">
            <a:extLst xmlns:a="http://schemas.openxmlformats.org/drawingml/2006/main">
              <a:ext uri="{FF2B5EF4-FFF2-40B4-BE49-F238E27FC236}">
                <a16:creationId xmlns:a16="http://schemas.microsoft.com/office/drawing/2014/main" id="{FF899A85-2EFE-432A-B424-CB1AF6DC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5" name="Shape 623">
            <a:extLst xmlns:a="http://schemas.openxmlformats.org/drawingml/2006/main">
              <a:ext uri="{FF2B5EF4-FFF2-40B4-BE49-F238E27FC236}">
                <a16:creationId xmlns:a16="http://schemas.microsoft.com/office/drawing/2014/main" id="{525F3D00-E9C5-4DD2-BC66-9515C275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6" name="Shape 624">
            <a:extLst xmlns:a="http://schemas.openxmlformats.org/drawingml/2006/main">
              <a:ext uri="{FF2B5EF4-FFF2-40B4-BE49-F238E27FC236}">
                <a16:creationId xmlns:a16="http://schemas.microsoft.com/office/drawing/2014/main" id="{8469BB69-9580-4268-9006-C9CA960C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7" name="Shape 625">
            <a:extLst xmlns:a="http://schemas.openxmlformats.org/drawingml/2006/main">
              <a:ext uri="{FF2B5EF4-FFF2-40B4-BE49-F238E27FC236}">
                <a16:creationId xmlns:a16="http://schemas.microsoft.com/office/drawing/2014/main" id="{331D9B3D-B366-484C-B09A-5D507795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8" name="Shape 626">
            <a:extLst xmlns:a="http://schemas.openxmlformats.org/drawingml/2006/main">
              <a:ext uri="{FF2B5EF4-FFF2-40B4-BE49-F238E27FC236}">
                <a16:creationId xmlns:a16="http://schemas.microsoft.com/office/drawing/2014/main" id="{9225A395-5F91-4DDC-83D6-49B18D6E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29" name="Shape 627">
            <a:extLst xmlns:a="http://schemas.openxmlformats.org/drawingml/2006/main">
              <a:ext uri="{FF2B5EF4-FFF2-40B4-BE49-F238E27FC236}">
                <a16:creationId xmlns:a16="http://schemas.microsoft.com/office/drawing/2014/main" id="{9A4E936C-3DFA-46C5-B5A4-AD800451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0" name="Shape 628">
            <a:extLst xmlns:a="http://schemas.openxmlformats.org/drawingml/2006/main">
              <a:ext uri="{FF2B5EF4-FFF2-40B4-BE49-F238E27FC236}">
                <a16:creationId xmlns:a16="http://schemas.microsoft.com/office/drawing/2014/main" id="{6D0D1DFC-F304-4352-AA35-C9E46673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1" name="Shape 629">
            <a:extLst xmlns:a="http://schemas.openxmlformats.org/drawingml/2006/main">
              <a:ext uri="{FF2B5EF4-FFF2-40B4-BE49-F238E27FC236}">
                <a16:creationId xmlns:a16="http://schemas.microsoft.com/office/drawing/2014/main" id="{0EFC03DA-A3DE-49B1-BD83-7BED462A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2" name="Shape 630">
            <a:extLst xmlns:a="http://schemas.openxmlformats.org/drawingml/2006/main">
              <a:ext uri="{FF2B5EF4-FFF2-40B4-BE49-F238E27FC236}">
                <a16:creationId xmlns:a16="http://schemas.microsoft.com/office/drawing/2014/main" id="{2590B76B-8274-4BE7-9A2E-9363BC7F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3" name="Shape 631">
            <a:extLst xmlns:a="http://schemas.openxmlformats.org/drawingml/2006/main">
              <a:ext uri="{FF2B5EF4-FFF2-40B4-BE49-F238E27FC236}">
                <a16:creationId xmlns:a16="http://schemas.microsoft.com/office/drawing/2014/main" id="{8A11AB5A-49D6-49AC-86A2-50E18951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4" name="Shape 632">
            <a:extLst xmlns:a="http://schemas.openxmlformats.org/drawingml/2006/main">
              <a:ext uri="{FF2B5EF4-FFF2-40B4-BE49-F238E27FC236}">
                <a16:creationId xmlns:a16="http://schemas.microsoft.com/office/drawing/2014/main" id="{98AE0F04-52BD-4629-946D-666BF023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5" name="Shape 633">
            <a:extLst xmlns:a="http://schemas.openxmlformats.org/drawingml/2006/main">
              <a:ext uri="{FF2B5EF4-FFF2-40B4-BE49-F238E27FC236}">
                <a16:creationId xmlns:a16="http://schemas.microsoft.com/office/drawing/2014/main" id="{8BC112B1-06E0-435C-A4E1-2A0569F4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6" name="Shape 634">
            <a:extLst xmlns:a="http://schemas.openxmlformats.org/drawingml/2006/main">
              <a:ext uri="{FF2B5EF4-FFF2-40B4-BE49-F238E27FC236}">
                <a16:creationId xmlns:a16="http://schemas.microsoft.com/office/drawing/2014/main" id="{CD5C4FBB-8DD0-405C-A6D5-0D6391F1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7" name="Shape 635">
            <a:extLst xmlns:a="http://schemas.openxmlformats.org/drawingml/2006/main">
              <a:ext uri="{FF2B5EF4-FFF2-40B4-BE49-F238E27FC236}">
                <a16:creationId xmlns:a16="http://schemas.microsoft.com/office/drawing/2014/main" id="{7AF6CB55-27E5-4B2B-99C9-21FC9002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8" name="Shape 636">
            <a:extLst xmlns:a="http://schemas.openxmlformats.org/drawingml/2006/main">
              <a:ext uri="{FF2B5EF4-FFF2-40B4-BE49-F238E27FC236}">
                <a16:creationId xmlns:a16="http://schemas.microsoft.com/office/drawing/2014/main" id="{1D1CBE1B-12DC-4BF9-AF73-CFD10E5A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39" name="Shape 637">
            <a:extLst xmlns:a="http://schemas.openxmlformats.org/drawingml/2006/main">
              <a:ext uri="{FF2B5EF4-FFF2-40B4-BE49-F238E27FC236}">
                <a16:creationId xmlns:a16="http://schemas.microsoft.com/office/drawing/2014/main" id="{B4110983-B760-4E3E-9862-637217B4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0" name="Shape 638">
            <a:extLst xmlns:a="http://schemas.openxmlformats.org/drawingml/2006/main">
              <a:ext uri="{FF2B5EF4-FFF2-40B4-BE49-F238E27FC236}">
                <a16:creationId xmlns:a16="http://schemas.microsoft.com/office/drawing/2014/main" id="{C7539840-E57D-4179-8FE4-ED897403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1" name="Shape 639">
            <a:extLst xmlns:a="http://schemas.openxmlformats.org/drawingml/2006/main">
              <a:ext uri="{FF2B5EF4-FFF2-40B4-BE49-F238E27FC236}">
                <a16:creationId xmlns:a16="http://schemas.microsoft.com/office/drawing/2014/main" id="{F27FE825-606E-4A89-B895-AC312EBA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2" name="Shape 640">
            <a:extLst xmlns:a="http://schemas.openxmlformats.org/drawingml/2006/main">
              <a:ext uri="{FF2B5EF4-FFF2-40B4-BE49-F238E27FC236}">
                <a16:creationId xmlns:a16="http://schemas.microsoft.com/office/drawing/2014/main" id="{95F23E5F-F5B5-4D9E-9086-77645625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3" name="Shape 641">
            <a:extLst xmlns:a="http://schemas.openxmlformats.org/drawingml/2006/main">
              <a:ext uri="{FF2B5EF4-FFF2-40B4-BE49-F238E27FC236}">
                <a16:creationId xmlns:a16="http://schemas.microsoft.com/office/drawing/2014/main" id="{F5EF5D81-6538-430B-893C-EA8C9484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4" name="Shape 642">
            <a:extLst xmlns:a="http://schemas.openxmlformats.org/drawingml/2006/main">
              <a:ext uri="{FF2B5EF4-FFF2-40B4-BE49-F238E27FC236}">
                <a16:creationId xmlns:a16="http://schemas.microsoft.com/office/drawing/2014/main" id="{AF29244C-5D5F-49B1-9CD5-643E8AD0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5" name="Shape 643">
            <a:extLst xmlns:a="http://schemas.openxmlformats.org/drawingml/2006/main">
              <a:ext uri="{FF2B5EF4-FFF2-40B4-BE49-F238E27FC236}">
                <a16:creationId xmlns:a16="http://schemas.microsoft.com/office/drawing/2014/main" id="{197363EC-15EC-4EC1-88FF-2B676014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6" name="Shape 644">
            <a:extLst xmlns:a="http://schemas.openxmlformats.org/drawingml/2006/main">
              <a:ext uri="{FF2B5EF4-FFF2-40B4-BE49-F238E27FC236}">
                <a16:creationId xmlns:a16="http://schemas.microsoft.com/office/drawing/2014/main" id="{61CD2A2C-A687-402E-ABF1-DE640A95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7" name="Shape 645">
            <a:extLst xmlns:a="http://schemas.openxmlformats.org/drawingml/2006/main">
              <a:ext uri="{FF2B5EF4-FFF2-40B4-BE49-F238E27FC236}">
                <a16:creationId xmlns:a16="http://schemas.microsoft.com/office/drawing/2014/main" id="{38890B4C-FE89-42D9-AE63-EEAB7D8A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>
              <a:alpha val="8000"/>
            </a:srgbClr>
          </a:solidFill>
          <a:ln xmlns:a="http://schemas.openxmlformats.org/drawingml/2006/main" w="12700">
            <a:solidFill>
              <a:srgbClr val="C4F35A">
                <a:alpha val="0"/>
              </a:srgbClr>
            </a:solidFill>
            <a:prstDash val="solid"/>
          </a:ln>
        </p:spPr>
      </p:sp>
      <p:sp>
        <p:nvSpPr>
          <p:cNvPr id="648" name="Text 646">
            <a:extLst xmlns:a="http://schemas.openxmlformats.org/drawingml/2006/main">
              <a:ext uri="{FF2B5EF4-FFF2-40B4-BE49-F238E27FC236}">
                <a16:creationId xmlns:a16="http://schemas.microsoft.com/office/drawing/2014/main" id="{2FAD729F-D771-4B81-9CCC-2AB2B1C4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 spc="210">
                <a:solidFill>
                  <a:srgbClr val="39D7E7"/>
                </a:solidFill>
                <a:latin typeface="Arial"/>
                <a:ea typeface="Arial"/>
                <a:cs typeface="Arial"/>
              </a:rPr>
              <a:t>06 / VERIFIABLE DELIVERY</a:t>
            </a:r>
            <a:endParaRPr sz="750"/>
          </a:p>
        </p:txBody>
      </p:sp>
      <p:sp>
        <p:nvSpPr>
          <p:cNvPr id="649" name="Text 647">
            <a:extLst xmlns:a="http://schemas.openxmlformats.org/drawingml/2006/main">
              <a:ext uri="{FF2B5EF4-FFF2-40B4-BE49-F238E27FC236}">
                <a16:creationId xmlns:a16="http://schemas.microsoft.com/office/drawing/2014/main" id="{1271235B-FCAF-406E-A309-55A2F72E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49224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PinMe/IPFS 把复杂任务变成客户可读、可核对的成果包</a:t>
            </a:r>
            <a:endParaRPr sz="2700"/>
          </a:p>
        </p:txBody>
      </p:sp>
      <p:sp>
        <p:nvSpPr>
          <p:cNvPr id="650" name="Text 648">
            <a:extLst xmlns:a="http://schemas.openxmlformats.org/drawingml/2006/main">
              <a:ext uri="{FF2B5EF4-FFF2-40B4-BE49-F238E27FC236}">
                <a16:creationId xmlns:a16="http://schemas.microsoft.com/office/drawing/2014/main" id="{64A441B5-52E3-4799-B10F-1BC5764C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088136"/>
            <a:ext cx="10698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AEB9BE"/>
                </a:solidFill>
                <a:latin typeface="Arial Unicode MS"/>
                <a:ea typeface="Arial Unicode MS"/>
                <a:cs typeface="Arial Unicode MS"/>
              </a:rPr>
              <a:t>任务结束即自动上传：5 条工作流汇总为 9 个文件，并由根 CID 固化版本。</a:t>
            </a:r>
            <a:endParaRPr sz="1050"/>
          </a:p>
        </p:txBody>
      </p:sp>
      <p:sp>
        <p:nvSpPr>
          <p:cNvPr id="651" name="Shape 649">
            <a:extLst xmlns:a="http://schemas.openxmlformats.org/drawingml/2006/main">
              <a:ext uri="{FF2B5EF4-FFF2-40B4-BE49-F238E27FC236}">
                <a16:creationId xmlns:a16="http://schemas.microsoft.com/office/drawing/2014/main" id="{09EB1613-F763-4AD6-B186-6FF82857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28800"/>
            <a:ext cx="2057400" cy="228600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19333A"/>
          </a:solidFill>
          <a:ln xmlns:a="http://schemas.openxmlformats.org/drawingml/2006/main" w="13970">
            <a:solidFill>
              <a:srgbClr val="39D7E7">
                <a:alpha val="65000"/>
              </a:srgbClr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652" name="Shape 650">
            <a:extLst xmlns:a="http://schemas.openxmlformats.org/drawingml/2006/main">
              <a:ext uri="{FF2B5EF4-FFF2-40B4-BE49-F238E27FC236}">
                <a16:creationId xmlns:a16="http://schemas.microsoft.com/office/drawing/2014/main" id="{F47ADD48-CDA7-4ED8-8DDA-27AC62FF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2029968"/>
            <a:ext cx="512064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9D7E7"/>
          </a:solidFill>
          <a:ln xmlns:a="http://schemas.openxmlformats.org/drawingml/2006/main" w="8890">
            <a:solidFill>
              <a:srgbClr val="39D7E7"/>
            </a:solidFill>
            <a:prstDash val="solid"/>
          </a:ln>
        </p:spPr>
      </p:sp>
      <p:sp>
        <p:nvSpPr>
          <p:cNvPr id="653" name="Text 651">
            <a:extLst xmlns:a="http://schemas.openxmlformats.org/drawingml/2006/main">
              <a:ext uri="{FF2B5EF4-FFF2-40B4-BE49-F238E27FC236}">
                <a16:creationId xmlns:a16="http://schemas.microsoft.com/office/drawing/2014/main" id="{E87995BA-009A-4D29-8161-877DA568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080260"/>
            <a:ext cx="384048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 spc="70">
                <a:solidFill>
                  <a:srgbClr val="101318"/>
                </a:solidFill>
                <a:latin typeface="Arial"/>
                <a:ea typeface="Arial"/>
                <a:cs typeface="Arial"/>
              </a:rPr>
              <a:t>V1</a:t>
            </a:r>
            <a:endParaRPr sz="700"/>
          </a:p>
        </p:txBody>
      </p:sp>
      <p:sp>
        <p:nvSpPr>
          <p:cNvPr id="654" name="Text 652">
            <a:extLst xmlns:a="http://schemas.openxmlformats.org/drawingml/2006/main">
              <a:ext uri="{FF2B5EF4-FFF2-40B4-BE49-F238E27FC236}">
                <a16:creationId xmlns:a16="http://schemas.microsoft.com/office/drawing/2014/main" id="{71626D89-DB8F-439F-8724-669A0AC3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2542032"/>
            <a:ext cx="1554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阶段产物</a:t>
            </a:r>
            <a:endParaRPr sz="1300"/>
          </a:p>
        </p:txBody>
      </p:sp>
      <p:sp>
        <p:nvSpPr>
          <p:cNvPr id="655" name="Text 653">
            <a:extLst xmlns:a="http://schemas.openxmlformats.org/drawingml/2006/main">
              <a:ext uri="{FF2B5EF4-FFF2-40B4-BE49-F238E27FC236}">
                <a16:creationId xmlns:a16="http://schemas.microsoft.com/office/drawing/2014/main" id="{C2FFE7D1-7216-4214-9E23-7D0823C6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3017520"/>
            <a:ext cx="1554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9D7E7"/>
                </a:solidFill>
                <a:latin typeface="Arial"/>
                <a:ea typeface="Arial"/>
                <a:cs typeface="Arial"/>
              </a:rPr>
              <a:t>5 workstreams</a:t>
            </a:r>
            <a:endParaRPr sz="850"/>
          </a:p>
        </p:txBody>
      </p:sp>
      <p:sp>
        <p:nvSpPr>
          <p:cNvPr id="656" name="Text 654">
            <a:extLst xmlns:a="http://schemas.openxmlformats.org/drawingml/2006/main">
              <a:ext uri="{FF2B5EF4-FFF2-40B4-BE49-F238E27FC236}">
                <a16:creationId xmlns:a16="http://schemas.microsoft.com/office/drawing/2014/main" id="{F67A36EE-E840-4327-8777-E4211DD1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3401568"/>
            <a:ext cx="15544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策略与研究</a:t>
            </a:r>
            <a:endParaRPr sz="820"/>
          </a:p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分阶段 Markdown</a:t>
            </a:r>
            <a:endParaRPr sz="820"/>
          </a:p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节点输出可追溯</a:t>
            </a:r>
            <a:endParaRPr sz="820"/>
          </a:p>
        </p:txBody>
      </p:sp>
      <p:sp>
        <p:nvSpPr>
          <p:cNvPr id="657" name="Shape 655">
            <a:extLst xmlns:a="http://schemas.openxmlformats.org/drawingml/2006/main">
              <a:ext uri="{FF2B5EF4-FFF2-40B4-BE49-F238E27FC236}">
                <a16:creationId xmlns:a16="http://schemas.microsoft.com/office/drawing/2014/main" id="{BA5861E0-E1A1-4954-95EC-A73B365A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48" y="2953512"/>
            <a:ext cx="841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9D7E7"/>
            </a:solidFill>
            <a:prstDash val="solid"/>
            <a:headEnd type="none"/>
            <a:tailEnd type="triangle"/>
          </a:ln>
        </p:spPr>
      </p:sp>
      <p:sp>
        <p:nvSpPr>
          <p:cNvPr id="658" name="Shape 656">
            <a:extLst xmlns:a="http://schemas.openxmlformats.org/drawingml/2006/main">
              <a:ext uri="{FF2B5EF4-FFF2-40B4-BE49-F238E27FC236}">
                <a16:creationId xmlns:a16="http://schemas.microsoft.com/office/drawing/2014/main" id="{BD9AA953-329F-4278-ACFD-2C83DF6F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1828800"/>
            <a:ext cx="2057400" cy="228600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223126"/>
          </a:solidFill>
          <a:ln xmlns:a="http://schemas.openxmlformats.org/drawingml/2006/main" w="13970">
            <a:solidFill>
              <a:srgbClr val="C4F35A">
                <a:alpha val="65000"/>
              </a:srgbClr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659" name="Shape 657">
            <a:extLst xmlns:a="http://schemas.openxmlformats.org/drawingml/2006/main">
              <a:ext uri="{FF2B5EF4-FFF2-40B4-BE49-F238E27FC236}">
                <a16:creationId xmlns:a16="http://schemas.microsoft.com/office/drawing/2014/main" id="{0BC8A7A6-144C-4785-9B37-21D9C440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296" y="2029968"/>
            <a:ext cx="512064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4F35A"/>
          </a:solidFill>
          <a:ln xmlns:a="http://schemas.openxmlformats.org/drawingml/2006/main" w="8890">
            <a:solidFill>
              <a:srgbClr val="C4F35A"/>
            </a:solidFill>
            <a:prstDash val="solid"/>
          </a:ln>
        </p:spPr>
      </p:sp>
      <p:sp>
        <p:nvSpPr>
          <p:cNvPr id="660" name="Text 658">
            <a:extLst xmlns:a="http://schemas.openxmlformats.org/drawingml/2006/main">
              <a:ext uri="{FF2B5EF4-FFF2-40B4-BE49-F238E27FC236}">
                <a16:creationId xmlns:a16="http://schemas.microsoft.com/office/drawing/2014/main" id="{4CA18B51-2011-4AF7-A9CF-99168ADD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2080260"/>
            <a:ext cx="384048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 spc="70">
                <a:solidFill>
                  <a:srgbClr val="101318"/>
                </a:solidFill>
                <a:latin typeface="Arial"/>
                <a:ea typeface="Arial"/>
                <a:cs typeface="Arial"/>
              </a:rPr>
              <a:t>V2</a:t>
            </a:r>
            <a:endParaRPr sz="700"/>
          </a:p>
        </p:txBody>
      </p:sp>
      <p:sp>
        <p:nvSpPr>
          <p:cNvPr id="661" name="Text 659">
            <a:extLst xmlns:a="http://schemas.openxmlformats.org/drawingml/2006/main">
              <a:ext uri="{FF2B5EF4-FFF2-40B4-BE49-F238E27FC236}">
                <a16:creationId xmlns:a16="http://schemas.microsoft.com/office/drawing/2014/main" id="{6980288C-23C9-4B1E-B630-E4B374D3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296" y="2542032"/>
            <a:ext cx="1554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任务汇总</a:t>
            </a:r>
            <a:endParaRPr sz="1300"/>
          </a:p>
        </p:txBody>
      </p:sp>
      <p:sp>
        <p:nvSpPr>
          <p:cNvPr id="662" name="Text 660">
            <a:extLst xmlns:a="http://schemas.openxmlformats.org/drawingml/2006/main">
              <a:ext uri="{FF2B5EF4-FFF2-40B4-BE49-F238E27FC236}">
                <a16:creationId xmlns:a16="http://schemas.microsoft.com/office/drawing/2014/main" id="{5217FB5F-6771-4C0A-90DE-C7DE9418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296" y="3017520"/>
            <a:ext cx="1554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C4F35A"/>
                </a:solidFill>
                <a:latin typeface="Arial"/>
                <a:ea typeface="Arial"/>
                <a:cs typeface="Arial"/>
              </a:rPr>
              <a:t>9 files</a:t>
            </a:r>
            <a:endParaRPr sz="850"/>
          </a:p>
        </p:txBody>
      </p:sp>
      <p:sp>
        <p:nvSpPr>
          <p:cNvPr id="663" name="Text 661">
            <a:extLst xmlns:a="http://schemas.openxmlformats.org/drawingml/2006/main">
              <a:ext uri="{FF2B5EF4-FFF2-40B4-BE49-F238E27FC236}">
                <a16:creationId xmlns:a16="http://schemas.microsoft.com/office/drawing/2014/main" id="{38298FB2-7430-48A1-873F-25729C7E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296" y="3401568"/>
            <a:ext cx="15544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执行摘要</a:t>
            </a:r>
            <a:endParaRPr sz="820"/>
          </a:p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成果正文</a:t>
            </a:r>
            <a:endParaRPr sz="820"/>
          </a:p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证据与审阅附件</a:t>
            </a:r>
            <a:endParaRPr sz="820"/>
          </a:p>
        </p:txBody>
      </p:sp>
      <p:sp>
        <p:nvSpPr>
          <p:cNvPr id="664" name="Shape 662">
            <a:extLst xmlns:a="http://schemas.openxmlformats.org/drawingml/2006/main">
              <a:ext uri="{FF2B5EF4-FFF2-40B4-BE49-F238E27FC236}">
                <a16:creationId xmlns:a16="http://schemas.microsoft.com/office/drawing/2014/main" id="{A0E4656A-AB6F-4F9F-94A9-BB65DDA5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968" y="2953512"/>
            <a:ext cx="8412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4F35A"/>
            </a:solidFill>
            <a:prstDash val="solid"/>
            <a:headEnd type="none"/>
            <a:tailEnd type="triangle"/>
          </a:ln>
        </p:spPr>
      </p:sp>
      <p:sp>
        <p:nvSpPr>
          <p:cNvPr id="665" name="Shape 663">
            <a:extLst xmlns:a="http://schemas.openxmlformats.org/drawingml/2006/main">
              <a:ext uri="{FF2B5EF4-FFF2-40B4-BE49-F238E27FC236}">
                <a16:creationId xmlns:a16="http://schemas.microsoft.com/office/drawing/2014/main" id="{CC93FA9E-8F3E-4D63-B3F3-E17234A2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1828800"/>
            <a:ext cx="2057400" cy="228600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19333A"/>
          </a:solidFill>
          <a:ln xmlns:a="http://schemas.openxmlformats.org/drawingml/2006/main" w="13970">
            <a:solidFill>
              <a:srgbClr val="39D7E7">
                <a:alpha val="65000"/>
              </a:srgbClr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8000"/>
              </a:srgbClr>
            </a:outerShdw>
          </a:effectLst>
        </p:spPr>
      </p:sp>
      <p:sp>
        <p:nvSpPr>
          <p:cNvPr id="666" name="Shape 664">
            <a:extLst xmlns:a="http://schemas.openxmlformats.org/drawingml/2006/main">
              <a:ext uri="{FF2B5EF4-FFF2-40B4-BE49-F238E27FC236}">
                <a16:creationId xmlns:a16="http://schemas.microsoft.com/office/drawing/2014/main" id="{B731681B-1A1F-4EE6-AADF-B17FED8F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2029968"/>
            <a:ext cx="512064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9D7E7"/>
          </a:solidFill>
          <a:ln xmlns:a="http://schemas.openxmlformats.org/drawingml/2006/main" w="8890">
            <a:solidFill>
              <a:srgbClr val="39D7E7"/>
            </a:solidFill>
            <a:prstDash val="solid"/>
          </a:ln>
        </p:spPr>
      </p:sp>
      <p:sp>
        <p:nvSpPr>
          <p:cNvPr id="667" name="Text 665">
            <a:extLst xmlns:a="http://schemas.openxmlformats.org/drawingml/2006/main">
              <a:ext uri="{FF2B5EF4-FFF2-40B4-BE49-F238E27FC236}">
                <a16:creationId xmlns:a16="http://schemas.microsoft.com/office/drawing/2014/main" id="{BF8D24F5-F8CF-4289-8F77-5FD39ADB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080260"/>
            <a:ext cx="384048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 spc="70">
                <a:solidFill>
                  <a:srgbClr val="101318"/>
                </a:solidFill>
                <a:latin typeface="Arial"/>
                <a:ea typeface="Arial"/>
                <a:cs typeface="Arial"/>
              </a:rPr>
              <a:t>V3</a:t>
            </a:r>
            <a:endParaRPr sz="700"/>
          </a:p>
        </p:txBody>
      </p:sp>
      <p:sp>
        <p:nvSpPr>
          <p:cNvPr id="668" name="Text 666">
            <a:extLst xmlns:a="http://schemas.openxmlformats.org/drawingml/2006/main">
              <a:ext uri="{FF2B5EF4-FFF2-40B4-BE49-F238E27FC236}">
                <a16:creationId xmlns:a16="http://schemas.microsoft.com/office/drawing/2014/main" id="{39604C5B-39A0-4841-B36A-59661AFF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2542032"/>
            <a:ext cx="1554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最终交付</a:t>
            </a:r>
            <a:endParaRPr sz="1300"/>
          </a:p>
        </p:txBody>
      </p:sp>
      <p:sp>
        <p:nvSpPr>
          <p:cNvPr id="669" name="Text 667">
            <a:extLst xmlns:a="http://schemas.openxmlformats.org/drawingml/2006/main">
              <a:ext uri="{FF2B5EF4-FFF2-40B4-BE49-F238E27FC236}">
                <a16:creationId xmlns:a16="http://schemas.microsoft.com/office/drawing/2014/main" id="{B8DA4C34-D0DC-415A-B709-0D683EDD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3017520"/>
            <a:ext cx="1554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9D7E7"/>
                </a:solidFill>
                <a:latin typeface="Arial"/>
                <a:ea typeface="Arial"/>
                <a:cs typeface="Arial"/>
              </a:rPr>
              <a:t>bafy…ogymq</a:t>
            </a:r>
            <a:endParaRPr sz="850"/>
          </a:p>
        </p:txBody>
      </p:sp>
      <p:sp>
        <p:nvSpPr>
          <p:cNvPr id="670" name="Text 668">
            <a:extLst xmlns:a="http://schemas.openxmlformats.org/drawingml/2006/main">
              <a:ext uri="{FF2B5EF4-FFF2-40B4-BE49-F238E27FC236}">
                <a16:creationId xmlns:a16="http://schemas.microsoft.com/office/drawing/2014/main" id="{EEA7B3DD-D60F-46AE-9F2E-E9BA992C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3401568"/>
            <a:ext cx="15544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客户打开即读</a:t>
            </a:r>
            <a:endParaRPr sz="820"/>
          </a:p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Markdown 渲染</a:t>
            </a:r>
            <a:endParaRPr sz="820"/>
          </a:p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AAB7BC"/>
                </a:solidFill>
                <a:latin typeface="Arial Unicode MS"/>
                <a:ea typeface="Arial Unicode MS"/>
                <a:cs typeface="Arial Unicode MS"/>
              </a:rPr>
              <a:t>版本不可覆盖</a:t>
            </a:r>
            <a:endParaRPr sz="820"/>
          </a:p>
        </p:txBody>
      </p:sp>
      <p:sp>
        <p:nvSpPr>
          <p:cNvPr id="671" name="Shape 669">
            <a:extLst xmlns:a="http://schemas.openxmlformats.org/drawingml/2006/main">
              <a:ext uri="{FF2B5EF4-FFF2-40B4-BE49-F238E27FC236}">
                <a16:creationId xmlns:a16="http://schemas.microsoft.com/office/drawing/2014/main" id="{66CE35B5-DC09-4FFB-B129-69D7BF04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1673352"/>
            <a:ext cx="2816352" cy="2606040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4F35A"/>
            </a:solidFill>
            <a:prstDash val="solid"/>
          </a:ln>
        </p:spPr>
      </p:sp>
      <p:sp>
        <p:nvSpPr>
          <p:cNvPr id="672" name="Text 670">
            <a:extLst xmlns:a="http://schemas.openxmlformats.org/drawingml/2006/main">
              <a:ext uri="{FF2B5EF4-FFF2-40B4-BE49-F238E27FC236}">
                <a16:creationId xmlns:a16="http://schemas.microsoft.com/office/drawing/2014/main" id="{8583EA6C-6A5C-46B5-865A-0577F4CE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1938528"/>
            <a:ext cx="224942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10" b="1" spc="130">
                <a:solidFill>
                  <a:srgbClr val="08AAC4"/>
                </a:solidFill>
                <a:latin typeface="Arial"/>
                <a:ea typeface="Arial"/>
                <a:cs typeface="Arial"/>
              </a:rPr>
              <a:t>FROZEN DOSSIER</a:t>
            </a:r>
            <a:endParaRPr sz="710"/>
          </a:p>
        </p:txBody>
      </p:sp>
      <p:sp>
        <p:nvSpPr>
          <p:cNvPr id="673" name="Text 671">
            <a:extLst xmlns:a="http://schemas.openxmlformats.org/drawingml/2006/main">
              <a:ext uri="{FF2B5EF4-FFF2-40B4-BE49-F238E27FC236}">
                <a16:creationId xmlns:a16="http://schemas.microsoft.com/office/drawing/2014/main" id="{7EBA59DF-919F-47B9-A6A8-B8938DE6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2331720"/>
            <a:ext cx="224942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不可变审核档案</a:t>
            </a:r>
            <a:endParaRPr sz="1600"/>
          </a:p>
        </p:txBody>
      </p:sp>
      <p:sp>
        <p:nvSpPr>
          <p:cNvPr id="674" name="Text 672">
            <a:extLst xmlns:a="http://schemas.openxmlformats.org/drawingml/2006/main">
              <a:ext uri="{FF2B5EF4-FFF2-40B4-BE49-F238E27FC236}">
                <a16:creationId xmlns:a16="http://schemas.microsoft.com/office/drawing/2014/main" id="{B9EC7829-3B91-45A2-92A6-F2FD5B54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907792"/>
            <a:ext cx="2139696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1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任务 TASK-2026-CA9B17 的 4/4 当前交付已核验；验收、复核与纠纷统一对照根 CID。</a:t>
            </a:r>
            <a:endParaRPr sz="910"/>
          </a:p>
        </p:txBody>
      </p:sp>
      <p:sp>
        <p:nvSpPr>
          <p:cNvPr id="675" name="Text 673">
            <a:extLst xmlns:a="http://schemas.openxmlformats.org/drawingml/2006/main">
              <a:ext uri="{FF2B5EF4-FFF2-40B4-BE49-F238E27FC236}">
                <a16:creationId xmlns:a16="http://schemas.microsoft.com/office/drawing/2014/main" id="{BDE8B802-36E1-4EEB-BE00-26450259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886200"/>
            <a:ext cx="15544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C4F35A"/>
                </a:solidFill>
                <a:latin typeface="Arial"/>
                <a:ea typeface="Arial"/>
                <a:cs typeface="Arial"/>
              </a:rPr>
              <a:t>SHA-256 VERIFIED</a:t>
            </a:r>
            <a:endParaRPr sz="720"/>
          </a:p>
        </p:txBody>
      </p:sp>
      <p:sp>
        <p:nvSpPr>
          <p:cNvPr id="676" name="Shape 674">
            <a:extLst xmlns:a="http://schemas.openxmlformats.org/drawingml/2006/main">
              <a:ext uri="{FF2B5EF4-FFF2-40B4-BE49-F238E27FC236}">
                <a16:creationId xmlns:a16="http://schemas.microsoft.com/office/drawing/2014/main" id="{36884A4B-B7DD-4D44-8C52-096932D2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773168"/>
            <a:ext cx="2395728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0160">
            <a:solidFill>
              <a:srgbClr val="34444A"/>
            </a:solidFill>
            <a:prstDash val="solid"/>
          </a:ln>
        </p:spPr>
      </p:sp>
      <p:sp>
        <p:nvSpPr>
          <p:cNvPr id="677" name="Text 675">
            <a:extLst xmlns:a="http://schemas.openxmlformats.org/drawingml/2006/main">
              <a:ext uri="{FF2B5EF4-FFF2-40B4-BE49-F238E27FC236}">
                <a16:creationId xmlns:a16="http://schemas.microsoft.com/office/drawing/2014/main" id="{4A028669-05A0-4319-8E4B-A18D5D33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4983480"/>
            <a:ext cx="197510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Worker 自动上传</a:t>
            </a:r>
            <a:endParaRPr sz="1050"/>
          </a:p>
        </p:txBody>
      </p:sp>
      <p:sp>
        <p:nvSpPr>
          <p:cNvPr id="678" name="Text 676">
            <a:extLst xmlns:a="http://schemas.openxmlformats.org/drawingml/2006/main">
              <a:ext uri="{FF2B5EF4-FFF2-40B4-BE49-F238E27FC236}">
                <a16:creationId xmlns:a16="http://schemas.microsoft.com/office/drawing/2014/main" id="{8719F69B-DDE6-4D3A-8D64-C4AAA520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5340096"/>
            <a:ext cx="195681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9DAAAF"/>
                </a:solidFill>
                <a:latin typeface="Arial Unicode MS"/>
                <a:ea typeface="Arial Unicode MS"/>
                <a:cs typeface="Arial Unicode MS"/>
              </a:rPr>
              <a:t>任务结束即调用 PinMe</a:t>
            </a:r>
            <a:endParaRPr sz="810"/>
          </a:p>
        </p:txBody>
      </p:sp>
      <p:sp>
        <p:nvSpPr>
          <p:cNvPr id="679" name="Shape 677">
            <a:extLst xmlns:a="http://schemas.openxmlformats.org/drawingml/2006/main">
              <a:ext uri="{FF2B5EF4-FFF2-40B4-BE49-F238E27FC236}">
                <a16:creationId xmlns:a16="http://schemas.microsoft.com/office/drawing/2014/main" id="{3FB6C36F-383F-4B11-8E22-56CF5D65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773168"/>
            <a:ext cx="2395728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0160">
            <a:solidFill>
              <a:srgbClr val="34444A"/>
            </a:solidFill>
            <a:prstDash val="solid"/>
          </a:ln>
        </p:spPr>
      </p:sp>
      <p:sp>
        <p:nvSpPr>
          <p:cNvPr id="680" name="Text 678">
            <a:extLst xmlns:a="http://schemas.openxmlformats.org/drawingml/2006/main">
              <a:ext uri="{FF2B5EF4-FFF2-40B4-BE49-F238E27FC236}">
                <a16:creationId xmlns:a16="http://schemas.microsoft.com/office/drawing/2014/main" id="{48772337-739D-4549-AA4E-5A8ECC19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4983480"/>
            <a:ext cx="197510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用户配置 AppKey</a:t>
            </a:r>
            <a:endParaRPr sz="1050"/>
          </a:p>
        </p:txBody>
      </p:sp>
      <p:sp>
        <p:nvSpPr>
          <p:cNvPr id="681" name="Text 679">
            <a:extLst xmlns:a="http://schemas.openxmlformats.org/drawingml/2006/main">
              <a:ext uri="{FF2B5EF4-FFF2-40B4-BE49-F238E27FC236}">
                <a16:creationId xmlns:a16="http://schemas.microsoft.com/office/drawing/2014/main" id="{0C52C6D0-E4D4-4119-9CFC-C5B3C7D8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5340096"/>
            <a:ext cx="195681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9DAAAF"/>
                </a:solidFill>
                <a:latin typeface="Arial Unicode MS"/>
                <a:ea typeface="Arial Unicode MS"/>
                <a:cs typeface="Arial Unicode MS"/>
              </a:rPr>
              <a:t>D1 加密，仅 Worker 解密</a:t>
            </a:r>
            <a:endParaRPr sz="810"/>
          </a:p>
        </p:txBody>
      </p:sp>
      <p:sp>
        <p:nvSpPr>
          <p:cNvPr id="682" name="Shape 680">
            <a:extLst xmlns:a="http://schemas.openxmlformats.org/drawingml/2006/main">
              <a:ext uri="{FF2B5EF4-FFF2-40B4-BE49-F238E27FC236}">
                <a16:creationId xmlns:a16="http://schemas.microsoft.com/office/drawing/2014/main" id="{400C7053-ECBB-4CEC-BEDF-4EE7E05F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4773168"/>
            <a:ext cx="2395728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0160">
            <a:solidFill>
              <a:srgbClr val="34444A"/>
            </a:solidFill>
            <a:prstDash val="solid"/>
          </a:ln>
        </p:spPr>
      </p:sp>
      <p:sp>
        <p:nvSpPr>
          <p:cNvPr id="683" name="Text 681">
            <a:extLst xmlns:a="http://schemas.openxmlformats.org/drawingml/2006/main">
              <a:ext uri="{FF2B5EF4-FFF2-40B4-BE49-F238E27FC236}">
                <a16:creationId xmlns:a16="http://schemas.microsoft.com/office/drawing/2014/main" id="{CA233292-C8B5-4E54-91FF-393F31F2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4983480"/>
            <a:ext cx="197510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成果可读</a:t>
            </a:r>
            <a:endParaRPr sz="1050"/>
          </a:p>
        </p:txBody>
      </p:sp>
      <p:sp>
        <p:nvSpPr>
          <p:cNvPr id="684" name="Text 682">
            <a:extLst xmlns:a="http://schemas.openxmlformats.org/drawingml/2006/main">
              <a:ext uri="{FF2B5EF4-FFF2-40B4-BE49-F238E27FC236}">
                <a16:creationId xmlns:a16="http://schemas.microsoft.com/office/drawing/2014/main" id="{0DB88F12-7E2F-4AB6-8DEC-5A1478A4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5340096"/>
            <a:ext cx="195681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9DAAAF"/>
                </a:solidFill>
                <a:latin typeface="Arial Unicode MS"/>
                <a:ea typeface="Arial Unicode MS"/>
                <a:cs typeface="Arial Unicode MS"/>
              </a:rPr>
              <a:t>Markdown 渲染 + 内部滚动</a:t>
            </a:r>
            <a:endParaRPr sz="810"/>
          </a:p>
        </p:txBody>
      </p:sp>
      <p:sp>
        <p:nvSpPr>
          <p:cNvPr id="685" name="Shape 683">
            <a:extLst xmlns:a="http://schemas.openxmlformats.org/drawingml/2006/main">
              <a:ext uri="{FF2B5EF4-FFF2-40B4-BE49-F238E27FC236}">
                <a16:creationId xmlns:a16="http://schemas.microsoft.com/office/drawing/2014/main" id="{91817C2C-4191-4150-9331-B78D51E6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4773168"/>
            <a:ext cx="2395728" cy="987552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0160">
            <a:solidFill>
              <a:srgbClr val="34444A"/>
            </a:solidFill>
            <a:prstDash val="solid"/>
          </a:ln>
        </p:spPr>
      </p:sp>
      <p:sp>
        <p:nvSpPr>
          <p:cNvPr id="686" name="Text 684">
            <a:extLst xmlns:a="http://schemas.openxmlformats.org/drawingml/2006/main">
              <a:ext uri="{FF2B5EF4-FFF2-40B4-BE49-F238E27FC236}">
                <a16:creationId xmlns:a16="http://schemas.microsoft.com/office/drawing/2014/main" id="{7569837F-0328-427B-A13A-C1C95018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704" y="4983480"/>
            <a:ext cx="197510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公共证据</a:t>
            </a:r>
            <a:endParaRPr sz="1050"/>
          </a:p>
        </p:txBody>
      </p:sp>
      <p:sp>
        <p:nvSpPr>
          <p:cNvPr id="687" name="Text 685">
            <a:extLst xmlns:a="http://schemas.openxmlformats.org/drawingml/2006/main">
              <a:ext uri="{FF2B5EF4-FFF2-40B4-BE49-F238E27FC236}">
                <a16:creationId xmlns:a16="http://schemas.microsoft.com/office/drawing/2014/main" id="{346FC380-5F66-4A7F-A88A-E394F784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704" y="5340096"/>
            <a:ext cx="195681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9DAAAF"/>
                </a:solidFill>
                <a:latin typeface="Arial Unicode MS"/>
                <a:ea typeface="Arial Unicode MS"/>
                <a:cs typeface="Arial Unicode MS"/>
              </a:rPr>
              <a:t>CID 公开、不可覆盖</a:t>
            </a:r>
            <a:endParaRPr sz="810"/>
          </a:p>
        </p:txBody>
      </p:sp>
      <p:sp>
        <p:nvSpPr>
          <p:cNvPr id="688" name="Text 686">
            <a:extLst xmlns:a="http://schemas.openxmlformats.org/drawingml/2006/main">
              <a:ext uri="{FF2B5EF4-FFF2-40B4-BE49-F238E27FC236}">
                <a16:creationId xmlns:a16="http://schemas.microsoft.com/office/drawing/2014/main" id="{EFB1CB0E-5EB0-4DB6-A6FC-2B1B7314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28816"/>
            <a:ext cx="4754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spc="150">
                <a:solidFill>
                  <a:srgbClr val="9AA7AD"/>
                </a:solidFill>
                <a:latin typeface="Arial"/>
                <a:ea typeface="Arial"/>
                <a:cs typeface="Arial"/>
              </a:rPr>
              <a:t>pinme-mesh · PRODUCT DEMO · 2026-08-30</a:t>
            </a:r>
            <a:endParaRPr sz="670"/>
          </a:p>
        </p:txBody>
      </p:sp>
      <p:sp>
        <p:nvSpPr>
          <p:cNvPr id="689" name="Text 687">
            <a:extLst xmlns:a="http://schemas.openxmlformats.org/drawingml/2006/main">
              <a:ext uri="{FF2B5EF4-FFF2-40B4-BE49-F238E27FC236}">
                <a16:creationId xmlns:a16="http://schemas.microsoft.com/office/drawing/2014/main" id="{16CCEA4A-2E29-490E-8309-4FB8401E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92240"/>
            <a:ext cx="3291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C4F35A"/>
                </a:solidFill>
                <a:latin typeface="Arial"/>
                <a:ea typeface="Arial"/>
                <a:cs typeface="Arial"/>
              </a:rPr>
              <a:t>07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20115491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16DBC1A-D03F-4B42-9618-F5466C6D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 spc="210">
                <a:solidFill>
                  <a:srgbClr val="08AAC4"/>
                </a:solidFill>
                <a:latin typeface="Arial"/>
                <a:ea typeface="Arial"/>
                <a:cs typeface="Arial"/>
              </a:rPr>
              <a:t>07 / WEB3 &amp; CONTRIBUTION</a:t>
            </a:r>
            <a:endParaRPr sz="7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B231797-347E-4993-99A6-D56ADC1A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49224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原资产结算、身份可读性与贡献治理彼此解耦</a:t>
            </a:r>
            <a:endParaRPr sz="27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6F613F6-7B52-4846-902F-91963098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088136"/>
            <a:ext cx="10698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钱包负责签名，ENS 负责展示，PM 负责测试网贡献与治理。</a:t>
            </a:r>
            <a:endParaRPr sz="10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F8888A6-1DE2-4CE7-B9E4-EA26F6EF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1828800"/>
            <a:ext cx="3611880" cy="3611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8FB">
              <a:alpha val="75000"/>
            </a:srgbClr>
          </a:solidFill>
          <a:ln xmlns:a="http://schemas.openxmlformats.org/drawingml/2006/main" w="15240">
            <a:solidFill>
              <a:srgbClr val="08AAC4">
                <a:alpha val="45000"/>
              </a:srgbClr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ED7E36D-C717-4235-AE3F-A5A3A259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2304288"/>
            <a:ext cx="2660904" cy="26609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AD8">
              <a:alpha val="90000"/>
            </a:srgbClr>
          </a:solidFill>
          <a:ln xmlns:a="http://schemas.openxmlformats.org/drawingml/2006/main" w="17780">
            <a:solidFill>
              <a:srgbClr val="C4F35A">
                <a:alpha val="80000"/>
              </a:srgbClr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3200DE4-5D59-4B4B-872F-705FFE4E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2852928"/>
            <a:ext cx="1554480" cy="1554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/>
          </a:solidFill>
          <a:ln xmlns:a="http://schemas.openxmlformats.org/drawingml/2006/main" w="15240">
            <a:solidFill>
              <a:srgbClr val="101318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6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82675AD-3015-4EA0-A64C-9A1B753F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3273552"/>
            <a:ext cx="15544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PM</a:t>
            </a:r>
            <a:endParaRPr sz="2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4399C92-4C95-4A77-8CE9-DED52017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3675888"/>
            <a:ext cx="15544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80" b="1" spc="110">
                <a:solidFill>
                  <a:srgbClr val="101318"/>
                </a:solidFill>
                <a:latin typeface="Arial"/>
                <a:ea typeface="Arial"/>
                <a:cs typeface="Arial"/>
              </a:rPr>
              <a:t>CONTRIBUTION</a:t>
            </a:r>
            <a:endParaRPr sz="58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17BEB0D-DF25-4166-BEDA-C5040FCC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54480"/>
            <a:ext cx="166420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1318"/>
          </a:solidFill>
          <a:ln xmlns:a="http://schemas.openxmlformats.org/drawingml/2006/main" w="8890">
            <a:solidFill>
              <a:srgbClr val="101318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8D7E049-84DA-450C-AB3F-346D990C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1604772"/>
            <a:ext cx="153619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 spc="70">
                <a:solidFill>
                  <a:srgbClr val="FFFFFF"/>
                </a:solidFill>
                <a:latin typeface="Arial"/>
                <a:ea typeface="Arial"/>
                <a:cs typeface="Arial"/>
              </a:rPr>
              <a:t>mUSDC / sETH ESCROW</a:t>
            </a:r>
            <a:endParaRPr sz="7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0B6C084-6889-4CC7-924B-1D8D0054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1783080"/>
            <a:ext cx="100584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7F8FB"/>
          </a:solidFill>
          <a:ln xmlns:a="http://schemas.openxmlformats.org/drawingml/2006/main" w="8890">
            <a:solidFill>
              <a:srgbClr val="B7E1E8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A2B57A9-D1F1-4370-9E42-F22B799E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833372"/>
            <a:ext cx="87782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 spc="70">
                <a:solidFill>
                  <a:srgbClr val="08AAC4"/>
                </a:solidFill>
                <a:latin typeface="Arial"/>
                <a:ea typeface="Arial"/>
                <a:cs typeface="Arial"/>
              </a:rPr>
              <a:t>ENS NAME</a:t>
            </a:r>
            <a:endParaRPr sz="7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91E1E08-D4F8-410C-88F2-E1898416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784" y="4736592"/>
            <a:ext cx="82296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1318"/>
          </a:solidFill>
          <a:ln xmlns:a="http://schemas.openxmlformats.org/drawingml/2006/main" w="8890">
            <a:solidFill>
              <a:srgbClr val="101318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F699D84-3F24-43E3-B82E-9BF0FD74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2" y="4786884"/>
            <a:ext cx="69494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 spc="70">
                <a:solidFill>
                  <a:srgbClr val="C4F35A"/>
                </a:solidFill>
                <a:latin typeface="Arial"/>
                <a:ea typeface="Arial"/>
                <a:cs typeface="Arial"/>
              </a:rPr>
              <a:t>POWER</a:t>
            </a:r>
            <a:endParaRPr sz="7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32DD59E-AC8D-4A07-B26D-EE682CDD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919472"/>
            <a:ext cx="148132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1FAD8"/>
          </a:solidFill>
          <a:ln xmlns:a="http://schemas.openxmlformats.org/drawingml/2006/main" w="8890">
            <a:solidFill>
              <a:srgbClr val="D5E7A5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D85F88C-6C1C-485F-AA1D-6264FC1C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9764"/>
            <a:ext cx="135331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 spc="70">
                <a:solidFill>
                  <a:srgbClr val="101318"/>
                </a:solidFill>
                <a:latin typeface="Arial"/>
                <a:ea typeface="Arial"/>
                <a:cs typeface="Arial"/>
              </a:rPr>
              <a:t>MERKLE REWARD</a:t>
            </a:r>
            <a:endParaRPr sz="7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D2B5D16-D8F6-4256-8640-2BAB7DA4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232" y="1719072"/>
            <a:ext cx="2816352" cy="1207008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7DEDA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D79EBBE-1866-44FD-9961-54080EA4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920240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7F8FB"/>
          </a:solidFill>
          <a:ln xmlns:a="http://schemas.openxmlformats.org/drawingml/2006/main" w="12700">
            <a:solidFill>
              <a:srgbClr val="E7F8FB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B0305FE-4255-48DB-B9AC-BC4E8743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007108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08AAC4"/>
                </a:solidFill>
                <a:latin typeface="Arial"/>
                <a:ea typeface="Arial"/>
                <a:cs typeface="Arial"/>
              </a:rPr>
              <a:t>01</a:t>
            </a:r>
            <a:endParaRPr sz="74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88B75C3-FEC1-470E-94E0-F2D32164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929384"/>
            <a:ext cx="18653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任务原资产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EE41C85-9C28-495A-9E52-44B1F284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688" y="2432304"/>
            <a:ext cx="2377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CREDIT / mUSDC / sETH</a:t>
            </a:r>
            <a:endParaRPr sz="92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8A465029-8F6B-4A1B-BD4F-7E39E5FC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1719072"/>
            <a:ext cx="2816352" cy="1207008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7DEDA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00C0DFE-150C-436E-8576-E5B5F623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1920240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EF1EF"/>
          </a:solidFill>
          <a:ln xmlns:a="http://schemas.openxmlformats.org/drawingml/2006/main" w="12700">
            <a:solidFill>
              <a:srgbClr val="EEF1EF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276204C-5C9B-447F-93D6-4C7410D8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2007108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02</a:t>
            </a:r>
            <a:endParaRPr sz="74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F91F18A-B257-4B40-A342-91F3936E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1929384"/>
            <a:ext cx="18653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开发者收益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7F16A83-DD30-4840-82BC-67CE8829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216" y="2432304"/>
            <a:ext cx="2377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按资产隔离的逐笔账目</a:t>
            </a:r>
            <a:endParaRPr sz="92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6B94B91A-CB57-4A6A-8932-E21AC213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232" y="3200400"/>
            <a:ext cx="2816352" cy="1207008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7DEDA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BCE8FBDF-0FC0-4B70-BF57-FBB3C6C2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401568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1FAD8"/>
          </a:solidFill>
          <a:ln xmlns:a="http://schemas.openxmlformats.org/drawingml/2006/main" w="12700">
            <a:solidFill>
              <a:srgbClr val="F1FAD8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32B08954-7EF4-4F2F-99AE-CB12BFF2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488436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C4F35A"/>
                </a:solidFill>
                <a:latin typeface="Arial"/>
                <a:ea typeface="Arial"/>
                <a:cs typeface="Arial"/>
              </a:rPr>
              <a:t>03</a:t>
            </a:r>
            <a:endParaRPr sz="74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4C9B5C4A-A819-4D00-AF60-F5366E4A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410712"/>
            <a:ext cx="18653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PM 奖励</a:t>
            </a:r>
            <a:endParaRPr sz="13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3CBEA943-FB2C-46E5-846F-BFE2B51F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688" y="3913632"/>
            <a:ext cx="2377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验收结算后的周期贡献池</a:t>
            </a:r>
            <a:endParaRPr sz="92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2B300360-FC99-4D68-8543-0199050C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200400"/>
            <a:ext cx="2816352" cy="1207008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7DEDA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50ED357C-BE97-4CD1-8BE7-EAF291BB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3401568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BF2DF"/>
          </a:solidFill>
          <a:ln xmlns:a="http://schemas.openxmlformats.org/drawingml/2006/main" w="12700">
            <a:solidFill>
              <a:srgbClr val="FBF2DF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F58BAC4-6CA0-4AAC-BFC5-E034A4FB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3488436"/>
            <a:ext cx="42062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40" b="1">
                <a:solidFill>
                  <a:srgbClr val="D99A2B"/>
                </a:solidFill>
                <a:latin typeface="Arial"/>
                <a:ea typeface="Arial"/>
                <a:cs typeface="Arial"/>
              </a:rPr>
              <a:t>04</a:t>
            </a:r>
            <a:endParaRPr sz="74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433A4263-24FF-46A7-A7E2-C2F53D07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3410712"/>
            <a:ext cx="18653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治理 Power</a:t>
            </a:r>
            <a:endParaRPr sz="13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AB03865A-90AB-43C6-9E67-621DED1A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216" y="3913632"/>
            <a:ext cx="2377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68737A"/>
                </a:solidFill>
                <a:latin typeface="Arial Unicode MS"/>
                <a:ea typeface="Arial Unicode MS"/>
                <a:cs typeface="Arial Unicode MS"/>
              </a:rPr>
              <a:t>锁仓期限 × 信誉，历史快照</a:t>
            </a:r>
            <a:endParaRPr sz="92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FC12B329-DA24-46DB-8E01-8AB915FC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232" y="4736592"/>
            <a:ext cx="5897880" cy="932688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01318"/>
          </a:solidFill>
          <a:ln xmlns:a="http://schemas.openxmlformats.org/drawingml/2006/main" w="12700">
            <a:solidFill>
              <a:srgbClr val="101318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034AFBF2-823A-46E3-969E-2F48752B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976" y="4965192"/>
            <a:ext cx="1645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0" b="1">
                <a:solidFill>
                  <a:srgbClr val="39D7E7"/>
                </a:solidFill>
                <a:latin typeface="Arial"/>
                <a:ea typeface="Arial"/>
                <a:cs typeface="Arial"/>
              </a:rPr>
              <a:t>SEPOLIA CONTRACTS</a:t>
            </a:r>
            <a:endParaRPr sz="72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90E16E8C-6DF4-4C1C-9CED-33A77B05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928616"/>
            <a:ext cx="35844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60">
                <a:solidFill>
                  <a:srgbClr val="FFFFFF"/>
                </a:solidFill>
                <a:latin typeface="Arial"/>
                <a:ea typeface="Arial"/>
                <a:cs typeface="Arial"/>
              </a:rPr>
              <a:t>PM 0xfdf0…4bae  ·  Reward 0x852c…037e  ·  Power 0x9875…a5c2</a:t>
            </a:r>
            <a:endParaRPr sz="76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8DB245E3-722D-4F0C-A9A5-CA8F5CAC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976" y="5285232"/>
            <a:ext cx="534009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70">
                <a:solidFill>
                  <a:srgbClr val="9CAAAF"/>
                </a:solidFill>
                <a:latin typeface="Arial Unicode MS"/>
                <a:ea typeface="Arial Unicode MS"/>
                <a:cs typeface="Arial Unicode MS"/>
              </a:rPr>
              <a:t>PM 是 pinme-mesh 的测试网贡献与治理品牌，不代表 PinMe 官方代币，不承诺价格或收益。</a:t>
            </a:r>
            <a:endParaRPr sz="77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CAA3A14A-148D-4338-94BA-9A7AA06F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28816"/>
            <a:ext cx="4754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spc="150">
                <a:solidFill>
                  <a:srgbClr val="7C888D"/>
                </a:solidFill>
                <a:latin typeface="Arial"/>
                <a:ea typeface="Arial"/>
                <a:cs typeface="Arial"/>
              </a:rPr>
              <a:t>pinme-mesh · PRODUCT DEMO · 2026-08-30</a:t>
            </a:r>
            <a:endParaRPr sz="67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86D10120-0617-46CF-8B20-397F633C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92240"/>
            <a:ext cx="3291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08AAC4"/>
                </a:solidFill>
                <a:latin typeface="Arial"/>
                <a:ea typeface="Arial"/>
                <a:cs typeface="Arial"/>
              </a:rPr>
              <a:t>08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1855550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A5E0FE2-A351-4E1E-94D4-5F76F718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8B9FB9A-1D96-4CD9-BC0B-2C28E0BB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9F23254-E216-4BD5-9725-8702C03C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F976E18-2D66-442C-8F9F-41B2B4BB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FD13023-35B5-48DF-97B0-E2DC3B07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AE64980-FC53-4E96-BACD-2503253A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39ECC9A-C063-4BAD-B606-AC76215F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37EA414-50EF-4202-84E1-8B0A797D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0EA363E-C2DB-4CF6-9198-C097D5E0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42D1201-088F-4B2C-9F11-FE281FD6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C7E8EAD-DE65-4ADF-9129-CCEBFD28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F7FFE31-2DE4-4771-8FE8-237187EB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0994007-EE2E-41D6-8E22-652194CD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49E94DEB-C34F-4F0B-94F5-9DC26190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4C663F3-A98C-4213-812E-95B347A9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7A72CAB5-C6FB-4F35-AB2D-0124E1EA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F621514-EB0E-49CB-9B48-22DDBDFB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AE5BB11-DF50-4C48-9EE9-B4F2A2D1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E56F3BB-4853-4E76-95A5-9256EA6F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1AFAEF2A-F478-4A7B-8AB9-649503E1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CBC2BD44-CEAB-4B6B-8BAB-7FD40605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7AA63F2-C121-48D3-8AEF-4B959F0B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E8FD32E7-E50B-4C83-87F1-E0B48AD2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BCC1AEA1-97E5-4474-875B-9DE0DB94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EBFE938A-1BA8-4919-8FF5-1D20A5F3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C926439C-D724-47F9-A6C7-B3DC9B08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11CEC4D5-C9C2-4E06-8DB1-F64339CC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8A31D6AC-3B07-49A3-892B-A1E30F2C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B7331BA8-32EC-493E-8A72-A99495AC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5499EFEB-850A-4875-8811-62B0DEE6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74D88F08-7578-443B-8B8A-DF8C53B2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DD2FCC95-EDE8-4068-8D8F-31A3A044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97A6CAEA-02F1-4EB5-85D1-2A96765D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AC0E282B-1B00-4DA7-8639-EAE61FAF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4F751D0F-3A02-40E5-A271-9816D6A7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C476BE1E-B6F6-4B2E-A149-0E3075E6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D0C6145-77C8-4EEC-89BC-9BDC9FC0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CC523754-CE84-4920-ACFB-78CF49FC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71BAE150-5A6B-4AF4-862C-243FBF5B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DEB258BC-3C10-477A-902E-51CBDCC3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9A6AD2DA-52A1-42CC-94B5-0BC0A35E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95314143-0623-4631-95AD-B3CC7176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32AD1905-C044-46C1-8A57-B092B033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EDF5FDA9-D3D2-4FF8-9673-04913DD4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4E1F937D-5BBC-433B-A7BC-68D36783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878E1868-134F-4C08-9E9B-BFC83745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79A179CB-6BA8-4322-872E-126C10AF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87818862-A07E-4534-9862-4D8F6025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C89250BF-5B5A-47CB-AB87-0D39F94C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62539473-D6A3-4FA0-9259-017545AB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6F32B731-5520-4CD5-8BE7-E942254E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7E311AA3-6128-4EC8-B3AC-589BBDC5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8B172FAB-E823-4CBD-B826-5701C0C5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BE991742-373B-41EB-8B5F-56BAB3B4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B945EC66-7864-4C49-9881-DB6084C7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E780ED20-E96F-4D02-9D24-543A1F11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FC13FB4F-EA3D-4E08-A745-DF508D67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831184DA-D1A1-4C20-9FEA-2E112FF3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9931FAA3-0735-4B34-9C1D-420D3D14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892CCCAC-BEC1-48F9-A8AF-CC574664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" name="Shape 60">
            <a:extLst xmlns:a="http://schemas.openxmlformats.org/drawingml/2006/main">
              <a:ext uri="{FF2B5EF4-FFF2-40B4-BE49-F238E27FC236}">
                <a16:creationId xmlns:a16="http://schemas.microsoft.com/office/drawing/2014/main" id="{41CD150E-6CCA-4185-BA5C-B42F2B86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70E9BF32-F7FA-42D3-A80D-AA10E0E2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" name="Shape 62">
            <a:extLst xmlns:a="http://schemas.openxmlformats.org/drawingml/2006/main">
              <a:ext uri="{FF2B5EF4-FFF2-40B4-BE49-F238E27FC236}">
                <a16:creationId xmlns:a16="http://schemas.microsoft.com/office/drawing/2014/main" id="{0770B912-36CA-4036-875B-FECAD341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5" name="Shape 63">
            <a:extLst xmlns:a="http://schemas.openxmlformats.org/drawingml/2006/main">
              <a:ext uri="{FF2B5EF4-FFF2-40B4-BE49-F238E27FC236}">
                <a16:creationId xmlns:a16="http://schemas.microsoft.com/office/drawing/2014/main" id="{A182C558-D129-4CAF-9E66-F14155A2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6" name="Shape 64">
            <a:extLst xmlns:a="http://schemas.openxmlformats.org/drawingml/2006/main">
              <a:ext uri="{FF2B5EF4-FFF2-40B4-BE49-F238E27FC236}">
                <a16:creationId xmlns:a16="http://schemas.microsoft.com/office/drawing/2014/main" id="{CD7B412F-0E07-4A56-872B-1F47B472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7" name="Shape 65">
            <a:extLst xmlns:a="http://schemas.openxmlformats.org/drawingml/2006/main">
              <a:ext uri="{FF2B5EF4-FFF2-40B4-BE49-F238E27FC236}">
                <a16:creationId xmlns:a16="http://schemas.microsoft.com/office/drawing/2014/main" id="{B09CE33E-08BE-45CE-AB9B-3E99F200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8" name="Shape 66">
            <a:extLst xmlns:a="http://schemas.openxmlformats.org/drawingml/2006/main">
              <a:ext uri="{FF2B5EF4-FFF2-40B4-BE49-F238E27FC236}">
                <a16:creationId xmlns:a16="http://schemas.microsoft.com/office/drawing/2014/main" id="{E02858E1-689E-45C9-BEC2-131C2CEF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9" name="Shape 67">
            <a:extLst xmlns:a="http://schemas.openxmlformats.org/drawingml/2006/main">
              <a:ext uri="{FF2B5EF4-FFF2-40B4-BE49-F238E27FC236}">
                <a16:creationId xmlns:a16="http://schemas.microsoft.com/office/drawing/2014/main" id="{58937136-2147-4CAE-BFC6-1849CAAC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0" name="Shape 68">
            <a:extLst xmlns:a="http://schemas.openxmlformats.org/drawingml/2006/main">
              <a:ext uri="{FF2B5EF4-FFF2-40B4-BE49-F238E27FC236}">
                <a16:creationId xmlns:a16="http://schemas.microsoft.com/office/drawing/2014/main" id="{AB79CF00-42A2-4124-8E54-B1664AFC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1" name="Shape 69">
            <a:extLst xmlns:a="http://schemas.openxmlformats.org/drawingml/2006/main">
              <a:ext uri="{FF2B5EF4-FFF2-40B4-BE49-F238E27FC236}">
                <a16:creationId xmlns:a16="http://schemas.microsoft.com/office/drawing/2014/main" id="{328AF8E2-2C4C-469D-950C-F6E75DDD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2" name="Shape 70">
            <a:extLst xmlns:a="http://schemas.openxmlformats.org/drawingml/2006/main">
              <a:ext uri="{FF2B5EF4-FFF2-40B4-BE49-F238E27FC236}">
                <a16:creationId xmlns:a16="http://schemas.microsoft.com/office/drawing/2014/main" id="{148356F0-B6D2-402E-9821-452D33EC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3" name="Shape 71">
            <a:extLst xmlns:a="http://schemas.openxmlformats.org/drawingml/2006/main">
              <a:ext uri="{FF2B5EF4-FFF2-40B4-BE49-F238E27FC236}">
                <a16:creationId xmlns:a16="http://schemas.microsoft.com/office/drawing/2014/main" id="{E0486F5C-2E40-4CE5-972B-486C3559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4" name="Shape 72">
            <a:extLst xmlns:a="http://schemas.openxmlformats.org/drawingml/2006/main">
              <a:ext uri="{FF2B5EF4-FFF2-40B4-BE49-F238E27FC236}">
                <a16:creationId xmlns:a16="http://schemas.microsoft.com/office/drawing/2014/main" id="{43AADD5B-543D-4440-8693-E5983C4E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5" name="Shape 73">
            <a:extLst xmlns:a="http://schemas.openxmlformats.org/drawingml/2006/main">
              <a:ext uri="{FF2B5EF4-FFF2-40B4-BE49-F238E27FC236}">
                <a16:creationId xmlns:a16="http://schemas.microsoft.com/office/drawing/2014/main" id="{7A670194-5323-436F-886E-830A2317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6" name="Shape 74">
            <a:extLst xmlns:a="http://schemas.openxmlformats.org/drawingml/2006/main">
              <a:ext uri="{FF2B5EF4-FFF2-40B4-BE49-F238E27FC236}">
                <a16:creationId xmlns:a16="http://schemas.microsoft.com/office/drawing/2014/main" id="{46CA8BA4-6A54-49D1-9613-F8026D15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7" name="Shape 75">
            <a:extLst xmlns:a="http://schemas.openxmlformats.org/drawingml/2006/main">
              <a:ext uri="{FF2B5EF4-FFF2-40B4-BE49-F238E27FC236}">
                <a16:creationId xmlns:a16="http://schemas.microsoft.com/office/drawing/2014/main" id="{9CE927A0-55A9-4F9C-BB19-2D8ECC8B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8" name="Shape 76">
            <a:extLst xmlns:a="http://schemas.openxmlformats.org/drawingml/2006/main">
              <a:ext uri="{FF2B5EF4-FFF2-40B4-BE49-F238E27FC236}">
                <a16:creationId xmlns:a16="http://schemas.microsoft.com/office/drawing/2014/main" id="{1B349C80-D57B-40C1-82B2-C7246E31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79" name="Shape 77">
            <a:extLst xmlns:a="http://schemas.openxmlformats.org/drawingml/2006/main">
              <a:ext uri="{FF2B5EF4-FFF2-40B4-BE49-F238E27FC236}">
                <a16:creationId xmlns:a16="http://schemas.microsoft.com/office/drawing/2014/main" id="{A677748B-13C5-427C-8B3F-D5F681D7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0" name="Shape 78">
            <a:extLst xmlns:a="http://schemas.openxmlformats.org/drawingml/2006/main">
              <a:ext uri="{FF2B5EF4-FFF2-40B4-BE49-F238E27FC236}">
                <a16:creationId xmlns:a16="http://schemas.microsoft.com/office/drawing/2014/main" id="{567C9694-A868-4968-802D-1CC8B205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1" name="Shape 79">
            <a:extLst xmlns:a="http://schemas.openxmlformats.org/drawingml/2006/main">
              <a:ext uri="{FF2B5EF4-FFF2-40B4-BE49-F238E27FC236}">
                <a16:creationId xmlns:a16="http://schemas.microsoft.com/office/drawing/2014/main" id="{B465A42A-3829-420A-A903-84C23F74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2" name="Shape 80">
            <a:extLst xmlns:a="http://schemas.openxmlformats.org/drawingml/2006/main">
              <a:ext uri="{FF2B5EF4-FFF2-40B4-BE49-F238E27FC236}">
                <a16:creationId xmlns:a16="http://schemas.microsoft.com/office/drawing/2014/main" id="{8D4AF396-75AF-4934-A79A-73E97406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3" name="Shape 81">
            <a:extLst xmlns:a="http://schemas.openxmlformats.org/drawingml/2006/main">
              <a:ext uri="{FF2B5EF4-FFF2-40B4-BE49-F238E27FC236}">
                <a16:creationId xmlns:a16="http://schemas.microsoft.com/office/drawing/2014/main" id="{3C0CBFCE-2FF6-4A41-B027-18D63C1B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4" name="Shape 82">
            <a:extLst xmlns:a="http://schemas.openxmlformats.org/drawingml/2006/main">
              <a:ext uri="{FF2B5EF4-FFF2-40B4-BE49-F238E27FC236}">
                <a16:creationId xmlns:a16="http://schemas.microsoft.com/office/drawing/2014/main" id="{430F5F17-9BE5-4DA4-99A0-0DB4C49A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5" name="Shape 83">
            <a:extLst xmlns:a="http://schemas.openxmlformats.org/drawingml/2006/main">
              <a:ext uri="{FF2B5EF4-FFF2-40B4-BE49-F238E27FC236}">
                <a16:creationId xmlns:a16="http://schemas.microsoft.com/office/drawing/2014/main" id="{7685E993-8E32-4765-807C-D9DCAF07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6" name="Shape 84">
            <a:extLst xmlns:a="http://schemas.openxmlformats.org/drawingml/2006/main">
              <a:ext uri="{FF2B5EF4-FFF2-40B4-BE49-F238E27FC236}">
                <a16:creationId xmlns:a16="http://schemas.microsoft.com/office/drawing/2014/main" id="{A5A5F87A-F13C-4800-ABDC-049C3CB9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7" name="Shape 85">
            <a:extLst xmlns:a="http://schemas.openxmlformats.org/drawingml/2006/main">
              <a:ext uri="{FF2B5EF4-FFF2-40B4-BE49-F238E27FC236}">
                <a16:creationId xmlns:a16="http://schemas.microsoft.com/office/drawing/2014/main" id="{800B4D40-8576-4B38-BE6D-1587F540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8" name="Shape 86">
            <a:extLst xmlns:a="http://schemas.openxmlformats.org/drawingml/2006/main">
              <a:ext uri="{FF2B5EF4-FFF2-40B4-BE49-F238E27FC236}">
                <a16:creationId xmlns:a16="http://schemas.microsoft.com/office/drawing/2014/main" id="{4CAA49B7-278F-4644-A544-D0A8CF77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89" name="Shape 87">
            <a:extLst xmlns:a="http://schemas.openxmlformats.org/drawingml/2006/main">
              <a:ext uri="{FF2B5EF4-FFF2-40B4-BE49-F238E27FC236}">
                <a16:creationId xmlns:a16="http://schemas.microsoft.com/office/drawing/2014/main" id="{CD1F2B14-E596-46B8-B524-AFEDFBDD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0" name="Shape 88">
            <a:extLst xmlns:a="http://schemas.openxmlformats.org/drawingml/2006/main">
              <a:ext uri="{FF2B5EF4-FFF2-40B4-BE49-F238E27FC236}">
                <a16:creationId xmlns:a16="http://schemas.microsoft.com/office/drawing/2014/main" id="{1784FCB9-B118-4316-9707-F459F69F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1" name="Shape 89">
            <a:extLst xmlns:a="http://schemas.openxmlformats.org/drawingml/2006/main">
              <a:ext uri="{FF2B5EF4-FFF2-40B4-BE49-F238E27FC236}">
                <a16:creationId xmlns:a16="http://schemas.microsoft.com/office/drawing/2014/main" id="{ED7F5273-FE69-4673-A03F-05C4CE0C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2" name="Shape 90">
            <a:extLst xmlns:a="http://schemas.openxmlformats.org/drawingml/2006/main">
              <a:ext uri="{FF2B5EF4-FFF2-40B4-BE49-F238E27FC236}">
                <a16:creationId xmlns:a16="http://schemas.microsoft.com/office/drawing/2014/main" id="{A34B0A3A-3F18-41BD-801E-105B6F2F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3" name="Shape 91">
            <a:extLst xmlns:a="http://schemas.openxmlformats.org/drawingml/2006/main">
              <a:ext uri="{FF2B5EF4-FFF2-40B4-BE49-F238E27FC236}">
                <a16:creationId xmlns:a16="http://schemas.microsoft.com/office/drawing/2014/main" id="{976E40E7-49F5-4D2F-BF59-EFE74EC0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4" name="Shape 92">
            <a:extLst xmlns:a="http://schemas.openxmlformats.org/drawingml/2006/main">
              <a:ext uri="{FF2B5EF4-FFF2-40B4-BE49-F238E27FC236}">
                <a16:creationId xmlns:a16="http://schemas.microsoft.com/office/drawing/2014/main" id="{59845462-1312-4A76-9C71-74C1FFED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5" name="Shape 93">
            <a:extLst xmlns:a="http://schemas.openxmlformats.org/drawingml/2006/main">
              <a:ext uri="{FF2B5EF4-FFF2-40B4-BE49-F238E27FC236}">
                <a16:creationId xmlns:a16="http://schemas.microsoft.com/office/drawing/2014/main" id="{C8A6CA69-2891-4D92-9B0D-67920AE7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6" name="Shape 94">
            <a:extLst xmlns:a="http://schemas.openxmlformats.org/drawingml/2006/main">
              <a:ext uri="{FF2B5EF4-FFF2-40B4-BE49-F238E27FC236}">
                <a16:creationId xmlns:a16="http://schemas.microsoft.com/office/drawing/2014/main" id="{7DECCFDD-450C-42F5-821F-0640ADED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7" name="Shape 95">
            <a:extLst xmlns:a="http://schemas.openxmlformats.org/drawingml/2006/main">
              <a:ext uri="{FF2B5EF4-FFF2-40B4-BE49-F238E27FC236}">
                <a16:creationId xmlns:a16="http://schemas.microsoft.com/office/drawing/2014/main" id="{7D65FCCC-EE79-4E8C-B5B0-27596A6D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8" name="Shape 96">
            <a:extLst xmlns:a="http://schemas.openxmlformats.org/drawingml/2006/main">
              <a:ext uri="{FF2B5EF4-FFF2-40B4-BE49-F238E27FC236}">
                <a16:creationId xmlns:a16="http://schemas.microsoft.com/office/drawing/2014/main" id="{B3D6B676-E889-4AC5-ACE8-1BB89F14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99" name="Shape 97">
            <a:extLst xmlns:a="http://schemas.openxmlformats.org/drawingml/2006/main">
              <a:ext uri="{FF2B5EF4-FFF2-40B4-BE49-F238E27FC236}">
                <a16:creationId xmlns:a16="http://schemas.microsoft.com/office/drawing/2014/main" id="{3C965BF9-6E23-43CF-8E85-1F4D0430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0" name="Shape 98">
            <a:extLst xmlns:a="http://schemas.openxmlformats.org/drawingml/2006/main">
              <a:ext uri="{FF2B5EF4-FFF2-40B4-BE49-F238E27FC236}">
                <a16:creationId xmlns:a16="http://schemas.microsoft.com/office/drawing/2014/main" id="{032DC101-1951-48F4-8806-DC8D5A82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1" name="Shape 99">
            <a:extLst xmlns:a="http://schemas.openxmlformats.org/drawingml/2006/main">
              <a:ext uri="{FF2B5EF4-FFF2-40B4-BE49-F238E27FC236}">
                <a16:creationId xmlns:a16="http://schemas.microsoft.com/office/drawing/2014/main" id="{510767D6-7BB2-4535-8E35-597AC137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2" name="Shape 100">
            <a:extLst xmlns:a="http://schemas.openxmlformats.org/drawingml/2006/main">
              <a:ext uri="{FF2B5EF4-FFF2-40B4-BE49-F238E27FC236}">
                <a16:creationId xmlns:a16="http://schemas.microsoft.com/office/drawing/2014/main" id="{8B1D68FD-17DB-4CA1-AC95-F754A964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3" name="Shape 101">
            <a:extLst xmlns:a="http://schemas.openxmlformats.org/drawingml/2006/main">
              <a:ext uri="{FF2B5EF4-FFF2-40B4-BE49-F238E27FC236}">
                <a16:creationId xmlns:a16="http://schemas.microsoft.com/office/drawing/2014/main" id="{708B12BF-614F-49BC-B052-94F60200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4" name="Shape 102">
            <a:extLst xmlns:a="http://schemas.openxmlformats.org/drawingml/2006/main">
              <a:ext uri="{FF2B5EF4-FFF2-40B4-BE49-F238E27FC236}">
                <a16:creationId xmlns:a16="http://schemas.microsoft.com/office/drawing/2014/main" id="{C89329A2-770B-47FA-AD65-E14F0F0F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5" name="Shape 103">
            <a:extLst xmlns:a="http://schemas.openxmlformats.org/drawingml/2006/main">
              <a:ext uri="{FF2B5EF4-FFF2-40B4-BE49-F238E27FC236}">
                <a16:creationId xmlns:a16="http://schemas.microsoft.com/office/drawing/2014/main" id="{EA541F62-D573-44A0-831D-B708D538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6" name="Shape 104">
            <a:extLst xmlns:a="http://schemas.openxmlformats.org/drawingml/2006/main">
              <a:ext uri="{FF2B5EF4-FFF2-40B4-BE49-F238E27FC236}">
                <a16:creationId xmlns:a16="http://schemas.microsoft.com/office/drawing/2014/main" id="{A5694518-62BC-4DB2-AD01-CC12C033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7" name="Shape 105">
            <a:extLst xmlns:a="http://schemas.openxmlformats.org/drawingml/2006/main">
              <a:ext uri="{FF2B5EF4-FFF2-40B4-BE49-F238E27FC236}">
                <a16:creationId xmlns:a16="http://schemas.microsoft.com/office/drawing/2014/main" id="{05D0C91D-3B9B-4074-8755-7AF26B14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8" name="Shape 106">
            <a:extLst xmlns:a="http://schemas.openxmlformats.org/drawingml/2006/main">
              <a:ext uri="{FF2B5EF4-FFF2-40B4-BE49-F238E27FC236}">
                <a16:creationId xmlns:a16="http://schemas.microsoft.com/office/drawing/2014/main" id="{BDEF91C8-B472-4BC4-8519-B4BA1521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09" name="Shape 107">
            <a:extLst xmlns:a="http://schemas.openxmlformats.org/drawingml/2006/main">
              <a:ext uri="{FF2B5EF4-FFF2-40B4-BE49-F238E27FC236}">
                <a16:creationId xmlns:a16="http://schemas.microsoft.com/office/drawing/2014/main" id="{2DCC1563-C135-47CE-82BB-A4506645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0" name="Shape 108">
            <a:extLst xmlns:a="http://schemas.openxmlformats.org/drawingml/2006/main">
              <a:ext uri="{FF2B5EF4-FFF2-40B4-BE49-F238E27FC236}">
                <a16:creationId xmlns:a16="http://schemas.microsoft.com/office/drawing/2014/main" id="{7BB42A4D-F5C9-4C69-96C3-132A0E16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1" name="Shape 109">
            <a:extLst xmlns:a="http://schemas.openxmlformats.org/drawingml/2006/main">
              <a:ext uri="{FF2B5EF4-FFF2-40B4-BE49-F238E27FC236}">
                <a16:creationId xmlns:a16="http://schemas.microsoft.com/office/drawing/2014/main" id="{F3AD6E64-D6A6-4730-BCF4-5F53A4B8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2" name="Shape 110">
            <a:extLst xmlns:a="http://schemas.openxmlformats.org/drawingml/2006/main">
              <a:ext uri="{FF2B5EF4-FFF2-40B4-BE49-F238E27FC236}">
                <a16:creationId xmlns:a16="http://schemas.microsoft.com/office/drawing/2014/main" id="{38211F25-8221-45B2-B6C0-D545D584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3" name="Shape 111">
            <a:extLst xmlns:a="http://schemas.openxmlformats.org/drawingml/2006/main">
              <a:ext uri="{FF2B5EF4-FFF2-40B4-BE49-F238E27FC236}">
                <a16:creationId xmlns:a16="http://schemas.microsoft.com/office/drawing/2014/main" id="{72C8A7BC-F450-4C5C-A4FD-A90A016B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4" name="Shape 112">
            <a:extLst xmlns:a="http://schemas.openxmlformats.org/drawingml/2006/main">
              <a:ext uri="{FF2B5EF4-FFF2-40B4-BE49-F238E27FC236}">
                <a16:creationId xmlns:a16="http://schemas.microsoft.com/office/drawing/2014/main" id="{B8DC95FE-0EAE-4B66-AA82-44684CF6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5" name="Shape 113">
            <a:extLst xmlns:a="http://schemas.openxmlformats.org/drawingml/2006/main">
              <a:ext uri="{FF2B5EF4-FFF2-40B4-BE49-F238E27FC236}">
                <a16:creationId xmlns:a16="http://schemas.microsoft.com/office/drawing/2014/main" id="{3379836E-39A5-4BCC-B7A6-3FB1ED5A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6" name="Shape 114">
            <a:extLst xmlns:a="http://schemas.openxmlformats.org/drawingml/2006/main">
              <a:ext uri="{FF2B5EF4-FFF2-40B4-BE49-F238E27FC236}">
                <a16:creationId xmlns:a16="http://schemas.microsoft.com/office/drawing/2014/main" id="{229E9833-E3F6-45E8-B610-834CAE9D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7" name="Shape 115">
            <a:extLst xmlns:a="http://schemas.openxmlformats.org/drawingml/2006/main">
              <a:ext uri="{FF2B5EF4-FFF2-40B4-BE49-F238E27FC236}">
                <a16:creationId xmlns:a16="http://schemas.microsoft.com/office/drawing/2014/main" id="{0737F9AF-34A5-4D79-855A-377DBE6F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8" name="Shape 116">
            <a:extLst xmlns:a="http://schemas.openxmlformats.org/drawingml/2006/main">
              <a:ext uri="{FF2B5EF4-FFF2-40B4-BE49-F238E27FC236}">
                <a16:creationId xmlns:a16="http://schemas.microsoft.com/office/drawing/2014/main" id="{B34BFC65-2AAD-491F-A977-8F84126E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19" name="Shape 117">
            <a:extLst xmlns:a="http://schemas.openxmlformats.org/drawingml/2006/main">
              <a:ext uri="{FF2B5EF4-FFF2-40B4-BE49-F238E27FC236}">
                <a16:creationId xmlns:a16="http://schemas.microsoft.com/office/drawing/2014/main" id="{0D18BF6A-67B9-45D1-B795-C0C2F128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0" name="Shape 118">
            <a:extLst xmlns:a="http://schemas.openxmlformats.org/drawingml/2006/main">
              <a:ext uri="{FF2B5EF4-FFF2-40B4-BE49-F238E27FC236}">
                <a16:creationId xmlns:a16="http://schemas.microsoft.com/office/drawing/2014/main" id="{80278EA9-0FE0-4D9C-AEDC-1E57D7C8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1" name="Shape 119">
            <a:extLst xmlns:a="http://schemas.openxmlformats.org/drawingml/2006/main">
              <a:ext uri="{FF2B5EF4-FFF2-40B4-BE49-F238E27FC236}">
                <a16:creationId xmlns:a16="http://schemas.microsoft.com/office/drawing/2014/main" id="{82856BAE-37E5-4E34-879D-349819D2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2" name="Shape 120">
            <a:extLst xmlns:a="http://schemas.openxmlformats.org/drawingml/2006/main">
              <a:ext uri="{FF2B5EF4-FFF2-40B4-BE49-F238E27FC236}">
                <a16:creationId xmlns:a16="http://schemas.microsoft.com/office/drawing/2014/main" id="{7A3B4F11-FEBB-4A24-9F77-413AFE54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3" name="Shape 121">
            <a:extLst xmlns:a="http://schemas.openxmlformats.org/drawingml/2006/main">
              <a:ext uri="{FF2B5EF4-FFF2-40B4-BE49-F238E27FC236}">
                <a16:creationId xmlns:a16="http://schemas.microsoft.com/office/drawing/2014/main" id="{877E6CD4-033C-48BD-8D05-175DEBF6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4" name="Shape 122">
            <a:extLst xmlns:a="http://schemas.openxmlformats.org/drawingml/2006/main">
              <a:ext uri="{FF2B5EF4-FFF2-40B4-BE49-F238E27FC236}">
                <a16:creationId xmlns:a16="http://schemas.microsoft.com/office/drawing/2014/main" id="{DB09387D-709B-4378-8BDE-C78DBDF2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5" name="Shape 123">
            <a:extLst xmlns:a="http://schemas.openxmlformats.org/drawingml/2006/main">
              <a:ext uri="{FF2B5EF4-FFF2-40B4-BE49-F238E27FC236}">
                <a16:creationId xmlns:a16="http://schemas.microsoft.com/office/drawing/2014/main" id="{77C634CC-6C28-46BE-AD98-DC48E025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6" name="Shape 124">
            <a:extLst xmlns:a="http://schemas.openxmlformats.org/drawingml/2006/main">
              <a:ext uri="{FF2B5EF4-FFF2-40B4-BE49-F238E27FC236}">
                <a16:creationId xmlns:a16="http://schemas.microsoft.com/office/drawing/2014/main" id="{8A14DAC5-02C2-47AF-AB29-949BE7A9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7" name="Shape 125">
            <a:extLst xmlns:a="http://schemas.openxmlformats.org/drawingml/2006/main">
              <a:ext uri="{FF2B5EF4-FFF2-40B4-BE49-F238E27FC236}">
                <a16:creationId xmlns:a16="http://schemas.microsoft.com/office/drawing/2014/main" id="{E6F077D3-5868-48B6-890F-F390CE60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8" name="Shape 126">
            <a:extLst xmlns:a="http://schemas.openxmlformats.org/drawingml/2006/main">
              <a:ext uri="{FF2B5EF4-FFF2-40B4-BE49-F238E27FC236}">
                <a16:creationId xmlns:a16="http://schemas.microsoft.com/office/drawing/2014/main" id="{4C8778A4-C3AC-40C8-81E1-2A3B8E79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29" name="Shape 127">
            <a:extLst xmlns:a="http://schemas.openxmlformats.org/drawingml/2006/main">
              <a:ext uri="{FF2B5EF4-FFF2-40B4-BE49-F238E27FC236}">
                <a16:creationId xmlns:a16="http://schemas.microsoft.com/office/drawing/2014/main" id="{D1B78D12-17E0-4951-B089-DD428007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0" name="Shape 128">
            <a:extLst xmlns:a="http://schemas.openxmlformats.org/drawingml/2006/main">
              <a:ext uri="{FF2B5EF4-FFF2-40B4-BE49-F238E27FC236}">
                <a16:creationId xmlns:a16="http://schemas.microsoft.com/office/drawing/2014/main" id="{11383C95-C1FC-488F-81D7-F3A14C1A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1" name="Shape 129">
            <a:extLst xmlns:a="http://schemas.openxmlformats.org/drawingml/2006/main">
              <a:ext uri="{FF2B5EF4-FFF2-40B4-BE49-F238E27FC236}">
                <a16:creationId xmlns:a16="http://schemas.microsoft.com/office/drawing/2014/main" id="{D0EE4CBD-51AF-41BF-97D0-C6680B2B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2" name="Shape 130">
            <a:extLst xmlns:a="http://schemas.openxmlformats.org/drawingml/2006/main">
              <a:ext uri="{FF2B5EF4-FFF2-40B4-BE49-F238E27FC236}">
                <a16:creationId xmlns:a16="http://schemas.microsoft.com/office/drawing/2014/main" id="{EC428B06-128F-4C25-8E95-D89C9933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3" name="Shape 131">
            <a:extLst xmlns:a="http://schemas.openxmlformats.org/drawingml/2006/main">
              <a:ext uri="{FF2B5EF4-FFF2-40B4-BE49-F238E27FC236}">
                <a16:creationId xmlns:a16="http://schemas.microsoft.com/office/drawing/2014/main" id="{D8CFFBBE-A221-4482-8222-7209F9AE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4" name="Shape 132">
            <a:extLst xmlns:a="http://schemas.openxmlformats.org/drawingml/2006/main">
              <a:ext uri="{FF2B5EF4-FFF2-40B4-BE49-F238E27FC236}">
                <a16:creationId xmlns:a16="http://schemas.microsoft.com/office/drawing/2014/main" id="{AA0E7EB3-BBC0-4DDC-85F9-A8950BBF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5" name="Shape 133">
            <a:extLst xmlns:a="http://schemas.openxmlformats.org/drawingml/2006/main">
              <a:ext uri="{FF2B5EF4-FFF2-40B4-BE49-F238E27FC236}">
                <a16:creationId xmlns:a16="http://schemas.microsoft.com/office/drawing/2014/main" id="{EAA262C9-28C5-4641-9B36-040317B6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6" name="Shape 134">
            <a:extLst xmlns:a="http://schemas.openxmlformats.org/drawingml/2006/main">
              <a:ext uri="{FF2B5EF4-FFF2-40B4-BE49-F238E27FC236}">
                <a16:creationId xmlns:a16="http://schemas.microsoft.com/office/drawing/2014/main" id="{1397EDF7-619F-4BD1-B4B3-8A94F144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7" name="Shape 135">
            <a:extLst xmlns:a="http://schemas.openxmlformats.org/drawingml/2006/main">
              <a:ext uri="{FF2B5EF4-FFF2-40B4-BE49-F238E27FC236}">
                <a16:creationId xmlns:a16="http://schemas.microsoft.com/office/drawing/2014/main" id="{51548517-6F23-4535-AF68-633ED3FB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8" name="Shape 136">
            <a:extLst xmlns:a="http://schemas.openxmlformats.org/drawingml/2006/main">
              <a:ext uri="{FF2B5EF4-FFF2-40B4-BE49-F238E27FC236}">
                <a16:creationId xmlns:a16="http://schemas.microsoft.com/office/drawing/2014/main" id="{BAC264AD-A01A-4D1A-85DF-7725928D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39" name="Shape 137">
            <a:extLst xmlns:a="http://schemas.openxmlformats.org/drawingml/2006/main">
              <a:ext uri="{FF2B5EF4-FFF2-40B4-BE49-F238E27FC236}">
                <a16:creationId xmlns:a16="http://schemas.microsoft.com/office/drawing/2014/main" id="{F6203EC4-0B08-4D9E-81CC-73AC7C1F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0" name="Shape 138">
            <a:extLst xmlns:a="http://schemas.openxmlformats.org/drawingml/2006/main">
              <a:ext uri="{FF2B5EF4-FFF2-40B4-BE49-F238E27FC236}">
                <a16:creationId xmlns:a16="http://schemas.microsoft.com/office/drawing/2014/main" id="{A94B8589-EAB6-4DBB-8FBA-9C9C1841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1" name="Shape 139">
            <a:extLst xmlns:a="http://schemas.openxmlformats.org/drawingml/2006/main">
              <a:ext uri="{FF2B5EF4-FFF2-40B4-BE49-F238E27FC236}">
                <a16:creationId xmlns:a16="http://schemas.microsoft.com/office/drawing/2014/main" id="{6EE64E4E-01FC-48F0-BCEB-F6B7BE68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2" name="Shape 140">
            <a:extLst xmlns:a="http://schemas.openxmlformats.org/drawingml/2006/main">
              <a:ext uri="{FF2B5EF4-FFF2-40B4-BE49-F238E27FC236}">
                <a16:creationId xmlns:a16="http://schemas.microsoft.com/office/drawing/2014/main" id="{11B64806-B26E-4A39-A1F1-282CBDEA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3" name="Shape 141">
            <a:extLst xmlns:a="http://schemas.openxmlformats.org/drawingml/2006/main">
              <a:ext uri="{FF2B5EF4-FFF2-40B4-BE49-F238E27FC236}">
                <a16:creationId xmlns:a16="http://schemas.microsoft.com/office/drawing/2014/main" id="{CE8557CD-AB2B-4D32-92B4-3F484660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4" name="Shape 142">
            <a:extLst xmlns:a="http://schemas.openxmlformats.org/drawingml/2006/main">
              <a:ext uri="{FF2B5EF4-FFF2-40B4-BE49-F238E27FC236}">
                <a16:creationId xmlns:a16="http://schemas.microsoft.com/office/drawing/2014/main" id="{B6AE4B75-047B-4F57-9C1A-4BBDCCDD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5" name="Shape 143">
            <a:extLst xmlns:a="http://schemas.openxmlformats.org/drawingml/2006/main">
              <a:ext uri="{FF2B5EF4-FFF2-40B4-BE49-F238E27FC236}">
                <a16:creationId xmlns:a16="http://schemas.microsoft.com/office/drawing/2014/main" id="{C52DBB86-4FEE-43D8-91B2-EE4AD519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6" name="Shape 144">
            <a:extLst xmlns:a="http://schemas.openxmlformats.org/drawingml/2006/main">
              <a:ext uri="{FF2B5EF4-FFF2-40B4-BE49-F238E27FC236}">
                <a16:creationId xmlns:a16="http://schemas.microsoft.com/office/drawing/2014/main" id="{D73C9559-32EB-4C92-BB04-5EEB5C49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7" name="Shape 145">
            <a:extLst xmlns:a="http://schemas.openxmlformats.org/drawingml/2006/main">
              <a:ext uri="{FF2B5EF4-FFF2-40B4-BE49-F238E27FC236}">
                <a16:creationId xmlns:a16="http://schemas.microsoft.com/office/drawing/2014/main" id="{949766E4-BD29-4601-AC25-8F8BED88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8" name="Shape 146">
            <a:extLst xmlns:a="http://schemas.openxmlformats.org/drawingml/2006/main">
              <a:ext uri="{FF2B5EF4-FFF2-40B4-BE49-F238E27FC236}">
                <a16:creationId xmlns:a16="http://schemas.microsoft.com/office/drawing/2014/main" id="{2B04DA31-369A-4970-8854-A582C3BC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49" name="Shape 147">
            <a:extLst xmlns:a="http://schemas.openxmlformats.org/drawingml/2006/main">
              <a:ext uri="{FF2B5EF4-FFF2-40B4-BE49-F238E27FC236}">
                <a16:creationId xmlns:a16="http://schemas.microsoft.com/office/drawing/2014/main" id="{B4460B81-F2D4-4710-B784-38B6F293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0" name="Shape 148">
            <a:extLst xmlns:a="http://schemas.openxmlformats.org/drawingml/2006/main">
              <a:ext uri="{FF2B5EF4-FFF2-40B4-BE49-F238E27FC236}">
                <a16:creationId xmlns:a16="http://schemas.microsoft.com/office/drawing/2014/main" id="{B29F85CB-637B-443E-800E-387266D8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1" name="Shape 149">
            <a:extLst xmlns:a="http://schemas.openxmlformats.org/drawingml/2006/main">
              <a:ext uri="{FF2B5EF4-FFF2-40B4-BE49-F238E27FC236}">
                <a16:creationId xmlns:a16="http://schemas.microsoft.com/office/drawing/2014/main" id="{8B1866B7-16F7-47F0-9F6F-B1D31ECB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2" name="Shape 150">
            <a:extLst xmlns:a="http://schemas.openxmlformats.org/drawingml/2006/main">
              <a:ext uri="{FF2B5EF4-FFF2-40B4-BE49-F238E27FC236}">
                <a16:creationId xmlns:a16="http://schemas.microsoft.com/office/drawing/2014/main" id="{E7C94C6F-911D-41A9-8F98-EDD7C444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3" name="Shape 151">
            <a:extLst xmlns:a="http://schemas.openxmlformats.org/drawingml/2006/main">
              <a:ext uri="{FF2B5EF4-FFF2-40B4-BE49-F238E27FC236}">
                <a16:creationId xmlns:a16="http://schemas.microsoft.com/office/drawing/2014/main" id="{6C357F7F-9D36-4CB6-ACE9-EE36EA6E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34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4" name="Shape 152">
            <a:extLst xmlns:a="http://schemas.openxmlformats.org/drawingml/2006/main">
              <a:ext uri="{FF2B5EF4-FFF2-40B4-BE49-F238E27FC236}">
                <a16:creationId xmlns:a16="http://schemas.microsoft.com/office/drawing/2014/main" id="{DB459C94-F4CD-4672-851C-F2F57881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5" name="Shape 153">
            <a:extLst xmlns:a="http://schemas.openxmlformats.org/drawingml/2006/main">
              <a:ext uri="{FF2B5EF4-FFF2-40B4-BE49-F238E27FC236}">
                <a16:creationId xmlns:a16="http://schemas.microsoft.com/office/drawing/2014/main" id="{C8142AA2-77D0-49CC-98DE-40FF7868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6" name="Shape 154">
            <a:extLst xmlns:a="http://schemas.openxmlformats.org/drawingml/2006/main">
              <a:ext uri="{FF2B5EF4-FFF2-40B4-BE49-F238E27FC236}">
                <a16:creationId xmlns:a16="http://schemas.microsoft.com/office/drawing/2014/main" id="{36BBAB4C-FF05-42AE-952B-6EDC5F4D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7" name="Shape 155">
            <a:extLst xmlns:a="http://schemas.openxmlformats.org/drawingml/2006/main">
              <a:ext uri="{FF2B5EF4-FFF2-40B4-BE49-F238E27FC236}">
                <a16:creationId xmlns:a16="http://schemas.microsoft.com/office/drawing/2014/main" id="{CD87BBFB-8890-4CD0-B0BF-274FAD4E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8" name="Shape 156">
            <a:extLst xmlns:a="http://schemas.openxmlformats.org/drawingml/2006/main">
              <a:ext uri="{FF2B5EF4-FFF2-40B4-BE49-F238E27FC236}">
                <a16:creationId xmlns:a16="http://schemas.microsoft.com/office/drawing/2014/main" id="{41D2C7BD-95A0-4F0F-9AE4-2BBEA134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59" name="Shape 157">
            <a:extLst xmlns:a="http://schemas.openxmlformats.org/drawingml/2006/main">
              <a:ext uri="{FF2B5EF4-FFF2-40B4-BE49-F238E27FC236}">
                <a16:creationId xmlns:a16="http://schemas.microsoft.com/office/drawing/2014/main" id="{ACF255A1-E684-4DEA-B977-CBA94780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0" name="Shape 158">
            <a:extLst xmlns:a="http://schemas.openxmlformats.org/drawingml/2006/main">
              <a:ext uri="{FF2B5EF4-FFF2-40B4-BE49-F238E27FC236}">
                <a16:creationId xmlns:a16="http://schemas.microsoft.com/office/drawing/2014/main" id="{03FEFB43-BDEE-4402-85AF-C5ABFF19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1" name="Shape 159">
            <a:extLst xmlns:a="http://schemas.openxmlformats.org/drawingml/2006/main">
              <a:ext uri="{FF2B5EF4-FFF2-40B4-BE49-F238E27FC236}">
                <a16:creationId xmlns:a16="http://schemas.microsoft.com/office/drawing/2014/main" id="{53EFD691-CD25-499F-BB5F-6ED897BC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2" name="Shape 160">
            <a:extLst xmlns:a="http://schemas.openxmlformats.org/drawingml/2006/main">
              <a:ext uri="{FF2B5EF4-FFF2-40B4-BE49-F238E27FC236}">
                <a16:creationId xmlns:a16="http://schemas.microsoft.com/office/drawing/2014/main" id="{74F807A2-76C0-4FC5-9710-CA07D65D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3" name="Shape 161">
            <a:extLst xmlns:a="http://schemas.openxmlformats.org/drawingml/2006/main">
              <a:ext uri="{FF2B5EF4-FFF2-40B4-BE49-F238E27FC236}">
                <a16:creationId xmlns:a16="http://schemas.microsoft.com/office/drawing/2014/main" id="{4FB15861-0220-4F36-87E4-381EECFB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4" name="Shape 162">
            <a:extLst xmlns:a="http://schemas.openxmlformats.org/drawingml/2006/main">
              <a:ext uri="{FF2B5EF4-FFF2-40B4-BE49-F238E27FC236}">
                <a16:creationId xmlns:a16="http://schemas.microsoft.com/office/drawing/2014/main" id="{0F3F10BC-2B38-4510-B35E-29D020AD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5" name="Shape 163">
            <a:extLst xmlns:a="http://schemas.openxmlformats.org/drawingml/2006/main">
              <a:ext uri="{FF2B5EF4-FFF2-40B4-BE49-F238E27FC236}">
                <a16:creationId xmlns:a16="http://schemas.microsoft.com/office/drawing/2014/main" id="{6C431651-8C6F-4BCA-B10C-1454764D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6" name="Shape 164">
            <a:extLst xmlns:a="http://schemas.openxmlformats.org/drawingml/2006/main">
              <a:ext uri="{FF2B5EF4-FFF2-40B4-BE49-F238E27FC236}">
                <a16:creationId xmlns:a16="http://schemas.microsoft.com/office/drawing/2014/main" id="{65EB9A39-B3CE-4D6F-BAC9-CD115025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7" name="Shape 165">
            <a:extLst xmlns:a="http://schemas.openxmlformats.org/drawingml/2006/main">
              <a:ext uri="{FF2B5EF4-FFF2-40B4-BE49-F238E27FC236}">
                <a16:creationId xmlns:a16="http://schemas.microsoft.com/office/drawing/2014/main" id="{0ADF0A05-0DBE-4929-BA64-B0F5E280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8" name="Shape 166">
            <a:extLst xmlns:a="http://schemas.openxmlformats.org/drawingml/2006/main">
              <a:ext uri="{FF2B5EF4-FFF2-40B4-BE49-F238E27FC236}">
                <a16:creationId xmlns:a16="http://schemas.microsoft.com/office/drawing/2014/main" id="{7156E118-955A-42FA-9D08-79B4C9FD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69" name="Shape 167">
            <a:extLst xmlns:a="http://schemas.openxmlformats.org/drawingml/2006/main">
              <a:ext uri="{FF2B5EF4-FFF2-40B4-BE49-F238E27FC236}">
                <a16:creationId xmlns:a16="http://schemas.microsoft.com/office/drawing/2014/main" id="{B06B96D9-1C45-4403-861A-154BEE83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0" name="Shape 168">
            <a:extLst xmlns:a="http://schemas.openxmlformats.org/drawingml/2006/main">
              <a:ext uri="{FF2B5EF4-FFF2-40B4-BE49-F238E27FC236}">
                <a16:creationId xmlns:a16="http://schemas.microsoft.com/office/drawing/2014/main" id="{FA9E7B16-B68A-4345-A396-1BBDCF79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1" name="Shape 169">
            <a:extLst xmlns:a="http://schemas.openxmlformats.org/drawingml/2006/main">
              <a:ext uri="{FF2B5EF4-FFF2-40B4-BE49-F238E27FC236}">
                <a16:creationId xmlns:a16="http://schemas.microsoft.com/office/drawing/2014/main" id="{2A5B537A-4C8C-44D7-8AB3-F34189A5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2" name="Shape 170">
            <a:extLst xmlns:a="http://schemas.openxmlformats.org/drawingml/2006/main">
              <a:ext uri="{FF2B5EF4-FFF2-40B4-BE49-F238E27FC236}">
                <a16:creationId xmlns:a16="http://schemas.microsoft.com/office/drawing/2014/main" id="{18B83FE6-6D85-4F68-B9C4-1ED9E244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3" name="Shape 171">
            <a:extLst xmlns:a="http://schemas.openxmlformats.org/drawingml/2006/main">
              <a:ext uri="{FF2B5EF4-FFF2-40B4-BE49-F238E27FC236}">
                <a16:creationId xmlns:a16="http://schemas.microsoft.com/office/drawing/2014/main" id="{70D2505C-275B-4708-951E-9204785E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4" name="Shape 172">
            <a:extLst xmlns:a="http://schemas.openxmlformats.org/drawingml/2006/main">
              <a:ext uri="{FF2B5EF4-FFF2-40B4-BE49-F238E27FC236}">
                <a16:creationId xmlns:a16="http://schemas.microsoft.com/office/drawing/2014/main" id="{322C1EB9-DD34-4E6F-BABF-D3A77AF5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5" name="Shape 173">
            <a:extLst xmlns:a="http://schemas.openxmlformats.org/drawingml/2006/main">
              <a:ext uri="{FF2B5EF4-FFF2-40B4-BE49-F238E27FC236}">
                <a16:creationId xmlns:a16="http://schemas.microsoft.com/office/drawing/2014/main" id="{F58DC159-BB37-4033-9AFA-43BEA111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6" name="Shape 174">
            <a:extLst xmlns:a="http://schemas.openxmlformats.org/drawingml/2006/main">
              <a:ext uri="{FF2B5EF4-FFF2-40B4-BE49-F238E27FC236}">
                <a16:creationId xmlns:a16="http://schemas.microsoft.com/office/drawing/2014/main" id="{2BC7FC5A-6F41-424E-AAC4-2AE440F5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7" name="Shape 175">
            <a:extLst xmlns:a="http://schemas.openxmlformats.org/drawingml/2006/main">
              <a:ext uri="{FF2B5EF4-FFF2-40B4-BE49-F238E27FC236}">
                <a16:creationId xmlns:a16="http://schemas.microsoft.com/office/drawing/2014/main" id="{73A66D44-3260-48AE-A552-91D509B4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8" name="Shape 176">
            <a:extLst xmlns:a="http://schemas.openxmlformats.org/drawingml/2006/main">
              <a:ext uri="{FF2B5EF4-FFF2-40B4-BE49-F238E27FC236}">
                <a16:creationId xmlns:a16="http://schemas.microsoft.com/office/drawing/2014/main" id="{B28E1F9B-22C1-4498-96B4-BB91C1C2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79" name="Shape 177">
            <a:extLst xmlns:a="http://schemas.openxmlformats.org/drawingml/2006/main">
              <a:ext uri="{FF2B5EF4-FFF2-40B4-BE49-F238E27FC236}">
                <a16:creationId xmlns:a16="http://schemas.microsoft.com/office/drawing/2014/main" id="{8BED83BA-FBD7-470D-8C5B-700B3427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0" name="Shape 178">
            <a:extLst xmlns:a="http://schemas.openxmlformats.org/drawingml/2006/main">
              <a:ext uri="{FF2B5EF4-FFF2-40B4-BE49-F238E27FC236}">
                <a16:creationId xmlns:a16="http://schemas.microsoft.com/office/drawing/2014/main" id="{5504BD08-A872-40E9-8115-EDFD567B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1" name="Shape 179">
            <a:extLst xmlns:a="http://schemas.openxmlformats.org/drawingml/2006/main">
              <a:ext uri="{FF2B5EF4-FFF2-40B4-BE49-F238E27FC236}">
                <a16:creationId xmlns:a16="http://schemas.microsoft.com/office/drawing/2014/main" id="{AE3CE540-98A4-4EDD-876B-ADFC472A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2" name="Shape 180">
            <a:extLst xmlns:a="http://schemas.openxmlformats.org/drawingml/2006/main">
              <a:ext uri="{FF2B5EF4-FFF2-40B4-BE49-F238E27FC236}">
                <a16:creationId xmlns:a16="http://schemas.microsoft.com/office/drawing/2014/main" id="{FD7D4865-716D-4E81-A7A3-50B63E7F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3" name="Shape 181">
            <a:extLst xmlns:a="http://schemas.openxmlformats.org/drawingml/2006/main">
              <a:ext uri="{FF2B5EF4-FFF2-40B4-BE49-F238E27FC236}">
                <a16:creationId xmlns:a16="http://schemas.microsoft.com/office/drawing/2014/main" id="{1610B81D-2157-400B-9E6D-5BB4CAEB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4" name="Shape 182">
            <a:extLst xmlns:a="http://schemas.openxmlformats.org/drawingml/2006/main">
              <a:ext uri="{FF2B5EF4-FFF2-40B4-BE49-F238E27FC236}">
                <a16:creationId xmlns:a16="http://schemas.microsoft.com/office/drawing/2014/main" id="{F08BFF94-2E2C-4D96-B538-79E83364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5" name="Shape 183">
            <a:extLst xmlns:a="http://schemas.openxmlformats.org/drawingml/2006/main">
              <a:ext uri="{FF2B5EF4-FFF2-40B4-BE49-F238E27FC236}">
                <a16:creationId xmlns:a16="http://schemas.microsoft.com/office/drawing/2014/main" id="{DA438D49-B6A2-4852-BFC8-CF5C22AF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6" name="Shape 184">
            <a:extLst xmlns:a="http://schemas.openxmlformats.org/drawingml/2006/main">
              <a:ext uri="{FF2B5EF4-FFF2-40B4-BE49-F238E27FC236}">
                <a16:creationId xmlns:a16="http://schemas.microsoft.com/office/drawing/2014/main" id="{E8BC5AF9-7114-496C-BCCD-4F6B285F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7" name="Shape 185">
            <a:extLst xmlns:a="http://schemas.openxmlformats.org/drawingml/2006/main">
              <a:ext uri="{FF2B5EF4-FFF2-40B4-BE49-F238E27FC236}">
                <a16:creationId xmlns:a16="http://schemas.microsoft.com/office/drawing/2014/main" id="{929DD966-29C5-4117-924A-956ADE1A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8" name="Shape 186">
            <a:extLst xmlns:a="http://schemas.openxmlformats.org/drawingml/2006/main">
              <a:ext uri="{FF2B5EF4-FFF2-40B4-BE49-F238E27FC236}">
                <a16:creationId xmlns:a16="http://schemas.microsoft.com/office/drawing/2014/main" id="{B5CBB0FB-482E-42F8-8207-BA6B7C29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89" name="Shape 187">
            <a:extLst xmlns:a="http://schemas.openxmlformats.org/drawingml/2006/main">
              <a:ext uri="{FF2B5EF4-FFF2-40B4-BE49-F238E27FC236}">
                <a16:creationId xmlns:a16="http://schemas.microsoft.com/office/drawing/2014/main" id="{59DA1B20-1FA9-439A-BAD5-F48916D6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0" name="Shape 188">
            <a:extLst xmlns:a="http://schemas.openxmlformats.org/drawingml/2006/main">
              <a:ext uri="{FF2B5EF4-FFF2-40B4-BE49-F238E27FC236}">
                <a16:creationId xmlns:a16="http://schemas.microsoft.com/office/drawing/2014/main" id="{B3565E55-0635-493F-B6D1-960AA02D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1" name="Shape 189">
            <a:extLst xmlns:a="http://schemas.openxmlformats.org/drawingml/2006/main">
              <a:ext uri="{FF2B5EF4-FFF2-40B4-BE49-F238E27FC236}">
                <a16:creationId xmlns:a16="http://schemas.microsoft.com/office/drawing/2014/main" id="{94DE6FDB-A5FF-4C8E-9099-5A0F9E63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2" name="Shape 190">
            <a:extLst xmlns:a="http://schemas.openxmlformats.org/drawingml/2006/main">
              <a:ext uri="{FF2B5EF4-FFF2-40B4-BE49-F238E27FC236}">
                <a16:creationId xmlns:a16="http://schemas.microsoft.com/office/drawing/2014/main" id="{622195E1-E51E-430A-8F62-4F5FB4E1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3" name="Shape 191">
            <a:extLst xmlns:a="http://schemas.openxmlformats.org/drawingml/2006/main">
              <a:ext uri="{FF2B5EF4-FFF2-40B4-BE49-F238E27FC236}">
                <a16:creationId xmlns:a16="http://schemas.microsoft.com/office/drawing/2014/main" id="{CDEDF079-2699-46A2-8A11-F8D6655D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4" name="Shape 192">
            <a:extLst xmlns:a="http://schemas.openxmlformats.org/drawingml/2006/main">
              <a:ext uri="{FF2B5EF4-FFF2-40B4-BE49-F238E27FC236}">
                <a16:creationId xmlns:a16="http://schemas.microsoft.com/office/drawing/2014/main" id="{A5DE40BE-79C9-4F5B-8466-E2BD8BC9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5" name="Shape 193">
            <a:extLst xmlns:a="http://schemas.openxmlformats.org/drawingml/2006/main">
              <a:ext uri="{FF2B5EF4-FFF2-40B4-BE49-F238E27FC236}">
                <a16:creationId xmlns:a16="http://schemas.microsoft.com/office/drawing/2014/main" id="{262DE764-1C4E-40DE-839A-5A334F9E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6" name="Shape 194">
            <a:extLst xmlns:a="http://schemas.openxmlformats.org/drawingml/2006/main">
              <a:ext uri="{FF2B5EF4-FFF2-40B4-BE49-F238E27FC236}">
                <a16:creationId xmlns:a16="http://schemas.microsoft.com/office/drawing/2014/main" id="{AD7CCD2D-3E40-45DE-B244-3B73E3D7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7" name="Shape 195">
            <a:extLst xmlns:a="http://schemas.openxmlformats.org/drawingml/2006/main">
              <a:ext uri="{FF2B5EF4-FFF2-40B4-BE49-F238E27FC236}">
                <a16:creationId xmlns:a16="http://schemas.microsoft.com/office/drawing/2014/main" id="{D34CE3CB-D647-42D5-8F69-3C113431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8" name="Shape 196">
            <a:extLst xmlns:a="http://schemas.openxmlformats.org/drawingml/2006/main">
              <a:ext uri="{FF2B5EF4-FFF2-40B4-BE49-F238E27FC236}">
                <a16:creationId xmlns:a16="http://schemas.microsoft.com/office/drawing/2014/main" id="{B34B5186-3715-4CDD-9AF3-7BB6369B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199" name="Shape 197">
            <a:extLst xmlns:a="http://schemas.openxmlformats.org/drawingml/2006/main">
              <a:ext uri="{FF2B5EF4-FFF2-40B4-BE49-F238E27FC236}">
                <a16:creationId xmlns:a16="http://schemas.microsoft.com/office/drawing/2014/main" id="{FD9AAC71-4F1B-443D-9E09-C69011BC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0" name="Shape 198">
            <a:extLst xmlns:a="http://schemas.openxmlformats.org/drawingml/2006/main">
              <a:ext uri="{FF2B5EF4-FFF2-40B4-BE49-F238E27FC236}">
                <a16:creationId xmlns:a16="http://schemas.microsoft.com/office/drawing/2014/main" id="{3EAB521D-F9CD-4380-B22C-79DB5BDD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1" name="Shape 199">
            <a:extLst xmlns:a="http://schemas.openxmlformats.org/drawingml/2006/main">
              <a:ext uri="{FF2B5EF4-FFF2-40B4-BE49-F238E27FC236}">
                <a16:creationId xmlns:a16="http://schemas.microsoft.com/office/drawing/2014/main" id="{A1652007-A166-486F-AF36-D5212643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2" name="Shape 200">
            <a:extLst xmlns:a="http://schemas.openxmlformats.org/drawingml/2006/main">
              <a:ext uri="{FF2B5EF4-FFF2-40B4-BE49-F238E27FC236}">
                <a16:creationId xmlns:a16="http://schemas.microsoft.com/office/drawing/2014/main" id="{E794769C-167D-4CC9-9F86-131B023C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3" name="Shape 201">
            <a:extLst xmlns:a="http://schemas.openxmlformats.org/drawingml/2006/main">
              <a:ext uri="{FF2B5EF4-FFF2-40B4-BE49-F238E27FC236}">
                <a16:creationId xmlns:a16="http://schemas.microsoft.com/office/drawing/2014/main" id="{5A8BCF7F-F11F-42F2-882B-7A67D6C1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4" name="Shape 202">
            <a:extLst xmlns:a="http://schemas.openxmlformats.org/drawingml/2006/main">
              <a:ext uri="{FF2B5EF4-FFF2-40B4-BE49-F238E27FC236}">
                <a16:creationId xmlns:a16="http://schemas.microsoft.com/office/drawing/2014/main" id="{78BB0E8A-5D0B-4ACB-B58E-FFDE147B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5" name="Shape 203">
            <a:extLst xmlns:a="http://schemas.openxmlformats.org/drawingml/2006/main">
              <a:ext uri="{FF2B5EF4-FFF2-40B4-BE49-F238E27FC236}">
                <a16:creationId xmlns:a16="http://schemas.microsoft.com/office/drawing/2014/main" id="{5FD44411-F477-48DB-9447-4FFB693F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6" name="Shape 204">
            <a:extLst xmlns:a="http://schemas.openxmlformats.org/drawingml/2006/main">
              <a:ext uri="{FF2B5EF4-FFF2-40B4-BE49-F238E27FC236}">
                <a16:creationId xmlns:a16="http://schemas.microsoft.com/office/drawing/2014/main" id="{8526CB33-C350-441B-80AF-18ECDE69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7" name="Shape 205">
            <a:extLst xmlns:a="http://schemas.openxmlformats.org/drawingml/2006/main">
              <a:ext uri="{FF2B5EF4-FFF2-40B4-BE49-F238E27FC236}">
                <a16:creationId xmlns:a16="http://schemas.microsoft.com/office/drawing/2014/main" id="{94435D81-FC72-49A2-A467-FF50C1DD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8" name="Shape 206">
            <a:extLst xmlns:a="http://schemas.openxmlformats.org/drawingml/2006/main">
              <a:ext uri="{FF2B5EF4-FFF2-40B4-BE49-F238E27FC236}">
                <a16:creationId xmlns:a16="http://schemas.microsoft.com/office/drawing/2014/main" id="{20B844F4-0A00-4F7E-88C7-FE2F2B17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09" name="Shape 207">
            <a:extLst xmlns:a="http://schemas.openxmlformats.org/drawingml/2006/main">
              <a:ext uri="{FF2B5EF4-FFF2-40B4-BE49-F238E27FC236}">
                <a16:creationId xmlns:a16="http://schemas.microsoft.com/office/drawing/2014/main" id="{8857FE3D-F705-42F1-9F9A-88987BC7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0" name="Shape 208">
            <a:extLst xmlns:a="http://schemas.openxmlformats.org/drawingml/2006/main">
              <a:ext uri="{FF2B5EF4-FFF2-40B4-BE49-F238E27FC236}">
                <a16:creationId xmlns:a16="http://schemas.microsoft.com/office/drawing/2014/main" id="{17CE50CA-5B78-4616-83CB-2B9D2BAF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1" name="Shape 209">
            <a:extLst xmlns:a="http://schemas.openxmlformats.org/drawingml/2006/main">
              <a:ext uri="{FF2B5EF4-FFF2-40B4-BE49-F238E27FC236}">
                <a16:creationId xmlns:a16="http://schemas.microsoft.com/office/drawing/2014/main" id="{86934495-C1A3-4779-A730-C0BE40DC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2" name="Shape 210">
            <a:extLst xmlns:a="http://schemas.openxmlformats.org/drawingml/2006/main">
              <a:ext uri="{FF2B5EF4-FFF2-40B4-BE49-F238E27FC236}">
                <a16:creationId xmlns:a16="http://schemas.microsoft.com/office/drawing/2014/main" id="{84107FF0-AB1D-4273-9662-EEE3EA87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3" name="Shape 211">
            <a:extLst xmlns:a="http://schemas.openxmlformats.org/drawingml/2006/main">
              <a:ext uri="{FF2B5EF4-FFF2-40B4-BE49-F238E27FC236}">
                <a16:creationId xmlns:a16="http://schemas.microsoft.com/office/drawing/2014/main" id="{39187EAF-28F3-4D11-8697-92B4C3D3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4" name="Shape 212">
            <a:extLst xmlns:a="http://schemas.openxmlformats.org/drawingml/2006/main">
              <a:ext uri="{FF2B5EF4-FFF2-40B4-BE49-F238E27FC236}">
                <a16:creationId xmlns:a16="http://schemas.microsoft.com/office/drawing/2014/main" id="{688C4476-987C-447D-A13A-99EDD8F8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5" name="Shape 213">
            <a:extLst xmlns:a="http://schemas.openxmlformats.org/drawingml/2006/main">
              <a:ext uri="{FF2B5EF4-FFF2-40B4-BE49-F238E27FC236}">
                <a16:creationId xmlns:a16="http://schemas.microsoft.com/office/drawing/2014/main" id="{AEF45C80-0D96-42A8-B443-580EE901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6" name="Shape 214">
            <a:extLst xmlns:a="http://schemas.openxmlformats.org/drawingml/2006/main">
              <a:ext uri="{FF2B5EF4-FFF2-40B4-BE49-F238E27FC236}">
                <a16:creationId xmlns:a16="http://schemas.microsoft.com/office/drawing/2014/main" id="{45D1D5EC-A064-40B2-BC5D-4BCE6C4E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7" name="Shape 215">
            <a:extLst xmlns:a="http://schemas.openxmlformats.org/drawingml/2006/main">
              <a:ext uri="{FF2B5EF4-FFF2-40B4-BE49-F238E27FC236}">
                <a16:creationId xmlns:a16="http://schemas.microsoft.com/office/drawing/2014/main" id="{F05FF2B4-EE00-46F0-BC82-77E9ECFA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8" name="Shape 216">
            <a:extLst xmlns:a="http://schemas.openxmlformats.org/drawingml/2006/main">
              <a:ext uri="{FF2B5EF4-FFF2-40B4-BE49-F238E27FC236}">
                <a16:creationId xmlns:a16="http://schemas.microsoft.com/office/drawing/2014/main" id="{4B4C12CB-A1C0-4503-953F-D6F0BC80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19" name="Shape 217">
            <a:extLst xmlns:a="http://schemas.openxmlformats.org/drawingml/2006/main">
              <a:ext uri="{FF2B5EF4-FFF2-40B4-BE49-F238E27FC236}">
                <a16:creationId xmlns:a16="http://schemas.microsoft.com/office/drawing/2014/main" id="{92A571C9-7FB0-49A5-9307-47A2A0E1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0" name="Shape 218">
            <a:extLst xmlns:a="http://schemas.openxmlformats.org/drawingml/2006/main">
              <a:ext uri="{FF2B5EF4-FFF2-40B4-BE49-F238E27FC236}">
                <a16:creationId xmlns:a16="http://schemas.microsoft.com/office/drawing/2014/main" id="{E94443FC-333D-4540-BA6E-11C549C0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1" name="Shape 219">
            <a:extLst xmlns:a="http://schemas.openxmlformats.org/drawingml/2006/main">
              <a:ext uri="{FF2B5EF4-FFF2-40B4-BE49-F238E27FC236}">
                <a16:creationId xmlns:a16="http://schemas.microsoft.com/office/drawing/2014/main" id="{95EA75A6-0677-4711-95F6-BBCBF438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2" name="Shape 220">
            <a:extLst xmlns:a="http://schemas.openxmlformats.org/drawingml/2006/main">
              <a:ext uri="{FF2B5EF4-FFF2-40B4-BE49-F238E27FC236}">
                <a16:creationId xmlns:a16="http://schemas.microsoft.com/office/drawing/2014/main" id="{A462E057-4B71-41F4-A057-538A3CC2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3" name="Shape 221">
            <a:extLst xmlns:a="http://schemas.openxmlformats.org/drawingml/2006/main">
              <a:ext uri="{FF2B5EF4-FFF2-40B4-BE49-F238E27FC236}">
                <a16:creationId xmlns:a16="http://schemas.microsoft.com/office/drawing/2014/main" id="{4AC93722-C19A-4130-B210-4A241EB3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4" name="Shape 222">
            <a:extLst xmlns:a="http://schemas.openxmlformats.org/drawingml/2006/main">
              <a:ext uri="{FF2B5EF4-FFF2-40B4-BE49-F238E27FC236}">
                <a16:creationId xmlns:a16="http://schemas.microsoft.com/office/drawing/2014/main" id="{E03C6AD5-A544-4BF1-B907-FD2ABCD4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5" name="Shape 223">
            <a:extLst xmlns:a="http://schemas.openxmlformats.org/drawingml/2006/main">
              <a:ext uri="{FF2B5EF4-FFF2-40B4-BE49-F238E27FC236}">
                <a16:creationId xmlns:a16="http://schemas.microsoft.com/office/drawing/2014/main" id="{66F7BBC2-D308-441F-A01D-90448D24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6" name="Shape 224">
            <a:extLst xmlns:a="http://schemas.openxmlformats.org/drawingml/2006/main">
              <a:ext uri="{FF2B5EF4-FFF2-40B4-BE49-F238E27FC236}">
                <a16:creationId xmlns:a16="http://schemas.microsoft.com/office/drawing/2014/main" id="{AF6E851F-1B78-4A26-9525-D4A37464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7" name="Shape 225">
            <a:extLst xmlns:a="http://schemas.openxmlformats.org/drawingml/2006/main">
              <a:ext uri="{FF2B5EF4-FFF2-40B4-BE49-F238E27FC236}">
                <a16:creationId xmlns:a16="http://schemas.microsoft.com/office/drawing/2014/main" id="{53588864-C887-44A5-9A07-FF0F3481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8" name="Shape 226">
            <a:extLst xmlns:a="http://schemas.openxmlformats.org/drawingml/2006/main">
              <a:ext uri="{FF2B5EF4-FFF2-40B4-BE49-F238E27FC236}">
                <a16:creationId xmlns:a16="http://schemas.microsoft.com/office/drawing/2014/main" id="{5A14283D-248B-4F3D-8667-9A5139DC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29" name="Shape 227">
            <a:extLst xmlns:a="http://schemas.openxmlformats.org/drawingml/2006/main">
              <a:ext uri="{FF2B5EF4-FFF2-40B4-BE49-F238E27FC236}">
                <a16:creationId xmlns:a16="http://schemas.microsoft.com/office/drawing/2014/main" id="{D8B345D9-2D79-425D-A41B-04D4DE90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3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0" name="Shape 228">
            <a:extLst xmlns:a="http://schemas.openxmlformats.org/drawingml/2006/main">
              <a:ext uri="{FF2B5EF4-FFF2-40B4-BE49-F238E27FC236}">
                <a16:creationId xmlns:a16="http://schemas.microsoft.com/office/drawing/2014/main" id="{C6199F66-0D58-4151-BCDB-DD25324F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1" name="Shape 229">
            <a:extLst xmlns:a="http://schemas.openxmlformats.org/drawingml/2006/main">
              <a:ext uri="{FF2B5EF4-FFF2-40B4-BE49-F238E27FC236}">
                <a16:creationId xmlns:a16="http://schemas.microsoft.com/office/drawing/2014/main" id="{54865724-566C-465D-90C8-D5FD1144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2" name="Shape 230">
            <a:extLst xmlns:a="http://schemas.openxmlformats.org/drawingml/2006/main">
              <a:ext uri="{FF2B5EF4-FFF2-40B4-BE49-F238E27FC236}">
                <a16:creationId xmlns:a16="http://schemas.microsoft.com/office/drawing/2014/main" id="{1E489A24-E459-4654-B42E-77F30FCD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3" name="Shape 231">
            <a:extLst xmlns:a="http://schemas.openxmlformats.org/drawingml/2006/main">
              <a:ext uri="{FF2B5EF4-FFF2-40B4-BE49-F238E27FC236}">
                <a16:creationId xmlns:a16="http://schemas.microsoft.com/office/drawing/2014/main" id="{2E233CA7-B2BB-4FEE-A110-6A76443E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4" name="Shape 232">
            <a:extLst xmlns:a="http://schemas.openxmlformats.org/drawingml/2006/main">
              <a:ext uri="{FF2B5EF4-FFF2-40B4-BE49-F238E27FC236}">
                <a16:creationId xmlns:a16="http://schemas.microsoft.com/office/drawing/2014/main" id="{2F8FF810-38F0-4842-A345-4B8CB3C7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5" name="Shape 233">
            <a:extLst xmlns:a="http://schemas.openxmlformats.org/drawingml/2006/main">
              <a:ext uri="{FF2B5EF4-FFF2-40B4-BE49-F238E27FC236}">
                <a16:creationId xmlns:a16="http://schemas.microsoft.com/office/drawing/2014/main" id="{220C2531-8EE6-4F8C-A1C9-42D3D66E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6" name="Shape 234">
            <a:extLst xmlns:a="http://schemas.openxmlformats.org/drawingml/2006/main">
              <a:ext uri="{FF2B5EF4-FFF2-40B4-BE49-F238E27FC236}">
                <a16:creationId xmlns:a16="http://schemas.microsoft.com/office/drawing/2014/main" id="{312D3B95-C7AC-40DA-8269-1A122D51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7" name="Shape 235">
            <a:extLst xmlns:a="http://schemas.openxmlformats.org/drawingml/2006/main">
              <a:ext uri="{FF2B5EF4-FFF2-40B4-BE49-F238E27FC236}">
                <a16:creationId xmlns:a16="http://schemas.microsoft.com/office/drawing/2014/main" id="{BBD10333-B796-4205-BE64-A221CB54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8" name="Shape 236">
            <a:extLst xmlns:a="http://schemas.openxmlformats.org/drawingml/2006/main">
              <a:ext uri="{FF2B5EF4-FFF2-40B4-BE49-F238E27FC236}">
                <a16:creationId xmlns:a16="http://schemas.microsoft.com/office/drawing/2014/main" id="{EA35FD3D-2097-4836-A8CB-451479FD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39" name="Shape 237">
            <a:extLst xmlns:a="http://schemas.openxmlformats.org/drawingml/2006/main">
              <a:ext uri="{FF2B5EF4-FFF2-40B4-BE49-F238E27FC236}">
                <a16:creationId xmlns:a16="http://schemas.microsoft.com/office/drawing/2014/main" id="{3B598683-F86D-4363-9675-6CFF80AC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0" name="Shape 238">
            <a:extLst xmlns:a="http://schemas.openxmlformats.org/drawingml/2006/main">
              <a:ext uri="{FF2B5EF4-FFF2-40B4-BE49-F238E27FC236}">
                <a16:creationId xmlns:a16="http://schemas.microsoft.com/office/drawing/2014/main" id="{1A967C2A-D099-4679-A3E1-C3BF6CC7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1" name="Shape 239">
            <a:extLst xmlns:a="http://schemas.openxmlformats.org/drawingml/2006/main">
              <a:ext uri="{FF2B5EF4-FFF2-40B4-BE49-F238E27FC236}">
                <a16:creationId xmlns:a16="http://schemas.microsoft.com/office/drawing/2014/main" id="{7470EA95-5F92-4945-B330-D932BB9A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2" name="Shape 240">
            <a:extLst xmlns:a="http://schemas.openxmlformats.org/drawingml/2006/main">
              <a:ext uri="{FF2B5EF4-FFF2-40B4-BE49-F238E27FC236}">
                <a16:creationId xmlns:a16="http://schemas.microsoft.com/office/drawing/2014/main" id="{68DC2761-DCC0-4841-B87C-99AE386F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3" name="Shape 241">
            <a:extLst xmlns:a="http://schemas.openxmlformats.org/drawingml/2006/main">
              <a:ext uri="{FF2B5EF4-FFF2-40B4-BE49-F238E27FC236}">
                <a16:creationId xmlns:a16="http://schemas.microsoft.com/office/drawing/2014/main" id="{49BB961B-6F05-48A9-98DE-B1C1FAC0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4" name="Shape 242">
            <a:extLst xmlns:a="http://schemas.openxmlformats.org/drawingml/2006/main">
              <a:ext uri="{FF2B5EF4-FFF2-40B4-BE49-F238E27FC236}">
                <a16:creationId xmlns:a16="http://schemas.microsoft.com/office/drawing/2014/main" id="{8D124878-8790-46B3-A6F3-1A7DECDC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5" name="Shape 243">
            <a:extLst xmlns:a="http://schemas.openxmlformats.org/drawingml/2006/main">
              <a:ext uri="{FF2B5EF4-FFF2-40B4-BE49-F238E27FC236}">
                <a16:creationId xmlns:a16="http://schemas.microsoft.com/office/drawing/2014/main" id="{29DAF775-1670-4DC4-99A3-4A833209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6" name="Shape 244">
            <a:extLst xmlns:a="http://schemas.openxmlformats.org/drawingml/2006/main">
              <a:ext uri="{FF2B5EF4-FFF2-40B4-BE49-F238E27FC236}">
                <a16:creationId xmlns:a16="http://schemas.microsoft.com/office/drawing/2014/main" id="{C72BEBD5-D4F6-4AA0-A404-4FEDCE43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7" name="Shape 245">
            <a:extLst xmlns:a="http://schemas.openxmlformats.org/drawingml/2006/main">
              <a:ext uri="{FF2B5EF4-FFF2-40B4-BE49-F238E27FC236}">
                <a16:creationId xmlns:a16="http://schemas.microsoft.com/office/drawing/2014/main" id="{263A04E0-6AFF-43C9-8F3B-5C0C5C75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8" name="Shape 246">
            <a:extLst xmlns:a="http://schemas.openxmlformats.org/drawingml/2006/main">
              <a:ext uri="{FF2B5EF4-FFF2-40B4-BE49-F238E27FC236}">
                <a16:creationId xmlns:a16="http://schemas.microsoft.com/office/drawing/2014/main" id="{4622C1E9-7725-43AD-AAEC-E38BC53E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49" name="Shape 247">
            <a:extLst xmlns:a="http://schemas.openxmlformats.org/drawingml/2006/main">
              <a:ext uri="{FF2B5EF4-FFF2-40B4-BE49-F238E27FC236}">
                <a16:creationId xmlns:a16="http://schemas.microsoft.com/office/drawing/2014/main" id="{71DBC76C-9FA7-4ED2-8B12-A7F8732D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0" name="Shape 248">
            <a:extLst xmlns:a="http://schemas.openxmlformats.org/drawingml/2006/main">
              <a:ext uri="{FF2B5EF4-FFF2-40B4-BE49-F238E27FC236}">
                <a16:creationId xmlns:a16="http://schemas.microsoft.com/office/drawing/2014/main" id="{60440C0E-806D-4BFC-AA26-B3BA0AD9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1" name="Shape 249">
            <a:extLst xmlns:a="http://schemas.openxmlformats.org/drawingml/2006/main">
              <a:ext uri="{FF2B5EF4-FFF2-40B4-BE49-F238E27FC236}">
                <a16:creationId xmlns:a16="http://schemas.microsoft.com/office/drawing/2014/main" id="{2DE76797-DFB3-4F85-9A00-202B76FE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2" name="Shape 250">
            <a:extLst xmlns:a="http://schemas.openxmlformats.org/drawingml/2006/main">
              <a:ext uri="{FF2B5EF4-FFF2-40B4-BE49-F238E27FC236}">
                <a16:creationId xmlns:a16="http://schemas.microsoft.com/office/drawing/2014/main" id="{F0C20DD7-A93E-4360-9324-B2628E10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3" name="Shape 251">
            <a:extLst xmlns:a="http://schemas.openxmlformats.org/drawingml/2006/main">
              <a:ext uri="{FF2B5EF4-FFF2-40B4-BE49-F238E27FC236}">
                <a16:creationId xmlns:a16="http://schemas.microsoft.com/office/drawing/2014/main" id="{75E55841-D126-4882-B89A-38A4751B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4" name="Shape 252">
            <a:extLst xmlns:a="http://schemas.openxmlformats.org/drawingml/2006/main">
              <a:ext uri="{FF2B5EF4-FFF2-40B4-BE49-F238E27FC236}">
                <a16:creationId xmlns:a16="http://schemas.microsoft.com/office/drawing/2014/main" id="{E71224AC-DBDE-4190-A581-D456AD62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5" name="Shape 253">
            <a:extLst xmlns:a="http://schemas.openxmlformats.org/drawingml/2006/main">
              <a:ext uri="{FF2B5EF4-FFF2-40B4-BE49-F238E27FC236}">
                <a16:creationId xmlns:a16="http://schemas.microsoft.com/office/drawing/2014/main" id="{4E50F19E-9049-4383-88A4-AE272EE2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6" name="Shape 254">
            <a:extLst xmlns:a="http://schemas.openxmlformats.org/drawingml/2006/main">
              <a:ext uri="{FF2B5EF4-FFF2-40B4-BE49-F238E27FC236}">
                <a16:creationId xmlns:a16="http://schemas.microsoft.com/office/drawing/2014/main" id="{FA68B46F-4CD1-4724-A904-8389831B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7" name="Shape 255">
            <a:extLst xmlns:a="http://schemas.openxmlformats.org/drawingml/2006/main">
              <a:ext uri="{FF2B5EF4-FFF2-40B4-BE49-F238E27FC236}">
                <a16:creationId xmlns:a16="http://schemas.microsoft.com/office/drawing/2014/main" id="{F52BFEC4-6A33-4361-A3CF-032541A2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8" name="Shape 256">
            <a:extLst xmlns:a="http://schemas.openxmlformats.org/drawingml/2006/main">
              <a:ext uri="{FF2B5EF4-FFF2-40B4-BE49-F238E27FC236}">
                <a16:creationId xmlns:a16="http://schemas.microsoft.com/office/drawing/2014/main" id="{BCDA5BE7-F458-4C17-97B9-1BA9627E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59" name="Shape 257">
            <a:extLst xmlns:a="http://schemas.openxmlformats.org/drawingml/2006/main">
              <a:ext uri="{FF2B5EF4-FFF2-40B4-BE49-F238E27FC236}">
                <a16:creationId xmlns:a16="http://schemas.microsoft.com/office/drawing/2014/main" id="{4AD69EA9-1D56-4350-A4C9-65B29E9F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0" name="Shape 258">
            <a:extLst xmlns:a="http://schemas.openxmlformats.org/drawingml/2006/main">
              <a:ext uri="{FF2B5EF4-FFF2-40B4-BE49-F238E27FC236}">
                <a16:creationId xmlns:a16="http://schemas.microsoft.com/office/drawing/2014/main" id="{4A7C290D-6491-44BC-990D-D4761150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1" name="Shape 259">
            <a:extLst xmlns:a="http://schemas.openxmlformats.org/drawingml/2006/main">
              <a:ext uri="{FF2B5EF4-FFF2-40B4-BE49-F238E27FC236}">
                <a16:creationId xmlns:a16="http://schemas.microsoft.com/office/drawing/2014/main" id="{1EA96A8E-BCFE-425B-8DDF-634BB2D0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2" name="Shape 260">
            <a:extLst xmlns:a="http://schemas.openxmlformats.org/drawingml/2006/main">
              <a:ext uri="{FF2B5EF4-FFF2-40B4-BE49-F238E27FC236}">
                <a16:creationId xmlns:a16="http://schemas.microsoft.com/office/drawing/2014/main" id="{8508188F-A237-4F73-96BD-683968D1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3" name="Shape 261">
            <a:extLst xmlns:a="http://schemas.openxmlformats.org/drawingml/2006/main">
              <a:ext uri="{FF2B5EF4-FFF2-40B4-BE49-F238E27FC236}">
                <a16:creationId xmlns:a16="http://schemas.microsoft.com/office/drawing/2014/main" id="{9B4E4BF4-02F8-4922-9643-59D79E77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4" name="Shape 262">
            <a:extLst xmlns:a="http://schemas.openxmlformats.org/drawingml/2006/main">
              <a:ext uri="{FF2B5EF4-FFF2-40B4-BE49-F238E27FC236}">
                <a16:creationId xmlns:a16="http://schemas.microsoft.com/office/drawing/2014/main" id="{363C2EA9-153B-484B-897D-C38FC8D2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5" name="Shape 263">
            <a:extLst xmlns:a="http://schemas.openxmlformats.org/drawingml/2006/main">
              <a:ext uri="{FF2B5EF4-FFF2-40B4-BE49-F238E27FC236}">
                <a16:creationId xmlns:a16="http://schemas.microsoft.com/office/drawing/2014/main" id="{798D9D3E-49FA-41EA-BAA2-79BE3018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6" name="Shape 264">
            <a:extLst xmlns:a="http://schemas.openxmlformats.org/drawingml/2006/main">
              <a:ext uri="{FF2B5EF4-FFF2-40B4-BE49-F238E27FC236}">
                <a16:creationId xmlns:a16="http://schemas.microsoft.com/office/drawing/2014/main" id="{4F59DB19-681C-46EB-B2FA-4A53495C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7" name="Shape 265">
            <a:extLst xmlns:a="http://schemas.openxmlformats.org/drawingml/2006/main">
              <a:ext uri="{FF2B5EF4-FFF2-40B4-BE49-F238E27FC236}">
                <a16:creationId xmlns:a16="http://schemas.microsoft.com/office/drawing/2014/main" id="{58DAD1FF-802A-4007-99C2-81DFB817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8" name="Shape 266">
            <a:extLst xmlns:a="http://schemas.openxmlformats.org/drawingml/2006/main">
              <a:ext uri="{FF2B5EF4-FFF2-40B4-BE49-F238E27FC236}">
                <a16:creationId xmlns:a16="http://schemas.microsoft.com/office/drawing/2014/main" id="{FB481570-26A6-46C9-B171-8AB817EE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69" name="Shape 267">
            <a:extLst xmlns:a="http://schemas.openxmlformats.org/drawingml/2006/main">
              <a:ext uri="{FF2B5EF4-FFF2-40B4-BE49-F238E27FC236}">
                <a16:creationId xmlns:a16="http://schemas.microsoft.com/office/drawing/2014/main" id="{DB4AEA30-4033-4907-BA80-97E925FA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0" name="Shape 268">
            <a:extLst xmlns:a="http://schemas.openxmlformats.org/drawingml/2006/main">
              <a:ext uri="{FF2B5EF4-FFF2-40B4-BE49-F238E27FC236}">
                <a16:creationId xmlns:a16="http://schemas.microsoft.com/office/drawing/2014/main" id="{252DEF09-5CF9-4122-848D-A6BA8060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1" name="Shape 269">
            <a:extLst xmlns:a="http://schemas.openxmlformats.org/drawingml/2006/main">
              <a:ext uri="{FF2B5EF4-FFF2-40B4-BE49-F238E27FC236}">
                <a16:creationId xmlns:a16="http://schemas.microsoft.com/office/drawing/2014/main" id="{B9D4BD30-2C51-4BEF-93A3-D694370F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2" name="Shape 270">
            <a:extLst xmlns:a="http://schemas.openxmlformats.org/drawingml/2006/main">
              <a:ext uri="{FF2B5EF4-FFF2-40B4-BE49-F238E27FC236}">
                <a16:creationId xmlns:a16="http://schemas.microsoft.com/office/drawing/2014/main" id="{A0BFAAB2-90CF-4ABE-ABF1-B89D02F2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3" name="Shape 271">
            <a:extLst xmlns:a="http://schemas.openxmlformats.org/drawingml/2006/main">
              <a:ext uri="{FF2B5EF4-FFF2-40B4-BE49-F238E27FC236}">
                <a16:creationId xmlns:a16="http://schemas.microsoft.com/office/drawing/2014/main" id="{664A5F73-3C3D-47F3-B281-0752CAD8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4" name="Shape 272">
            <a:extLst xmlns:a="http://schemas.openxmlformats.org/drawingml/2006/main">
              <a:ext uri="{FF2B5EF4-FFF2-40B4-BE49-F238E27FC236}">
                <a16:creationId xmlns:a16="http://schemas.microsoft.com/office/drawing/2014/main" id="{F356DF14-D0F3-429A-B633-F9F1C810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5" name="Shape 273">
            <a:extLst xmlns:a="http://schemas.openxmlformats.org/drawingml/2006/main">
              <a:ext uri="{FF2B5EF4-FFF2-40B4-BE49-F238E27FC236}">
                <a16:creationId xmlns:a16="http://schemas.microsoft.com/office/drawing/2014/main" id="{8F5BF3CD-962F-4402-889C-3BE23473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6" name="Shape 274">
            <a:extLst xmlns:a="http://schemas.openxmlformats.org/drawingml/2006/main">
              <a:ext uri="{FF2B5EF4-FFF2-40B4-BE49-F238E27FC236}">
                <a16:creationId xmlns:a16="http://schemas.microsoft.com/office/drawing/2014/main" id="{C8421221-C643-47C5-9B48-E78089A8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7" name="Shape 275">
            <a:extLst xmlns:a="http://schemas.openxmlformats.org/drawingml/2006/main">
              <a:ext uri="{FF2B5EF4-FFF2-40B4-BE49-F238E27FC236}">
                <a16:creationId xmlns:a16="http://schemas.microsoft.com/office/drawing/2014/main" id="{1882CDDE-DD93-4B87-804A-8BA448DB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8" name="Shape 276">
            <a:extLst xmlns:a="http://schemas.openxmlformats.org/drawingml/2006/main">
              <a:ext uri="{FF2B5EF4-FFF2-40B4-BE49-F238E27FC236}">
                <a16:creationId xmlns:a16="http://schemas.microsoft.com/office/drawing/2014/main" id="{24829592-FC8F-4DDD-A45D-AC00E968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79" name="Shape 277">
            <a:extLst xmlns:a="http://schemas.openxmlformats.org/drawingml/2006/main">
              <a:ext uri="{FF2B5EF4-FFF2-40B4-BE49-F238E27FC236}">
                <a16:creationId xmlns:a16="http://schemas.microsoft.com/office/drawing/2014/main" id="{5BB2CDA3-2A18-4C91-A172-E9039816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0" name="Shape 278">
            <a:extLst xmlns:a="http://schemas.openxmlformats.org/drawingml/2006/main">
              <a:ext uri="{FF2B5EF4-FFF2-40B4-BE49-F238E27FC236}">
                <a16:creationId xmlns:a16="http://schemas.microsoft.com/office/drawing/2014/main" id="{3D6D08CA-00C6-4556-B7DA-66D19C57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1" name="Shape 279">
            <a:extLst xmlns:a="http://schemas.openxmlformats.org/drawingml/2006/main">
              <a:ext uri="{FF2B5EF4-FFF2-40B4-BE49-F238E27FC236}">
                <a16:creationId xmlns:a16="http://schemas.microsoft.com/office/drawing/2014/main" id="{599D5539-90EB-455F-94B5-71BD0F87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2" name="Shape 280">
            <a:extLst xmlns:a="http://schemas.openxmlformats.org/drawingml/2006/main">
              <a:ext uri="{FF2B5EF4-FFF2-40B4-BE49-F238E27FC236}">
                <a16:creationId xmlns:a16="http://schemas.microsoft.com/office/drawing/2014/main" id="{4916BC30-273A-42D8-B851-C9C319FF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3" name="Shape 281">
            <a:extLst xmlns:a="http://schemas.openxmlformats.org/drawingml/2006/main">
              <a:ext uri="{FF2B5EF4-FFF2-40B4-BE49-F238E27FC236}">
                <a16:creationId xmlns:a16="http://schemas.microsoft.com/office/drawing/2014/main" id="{8CDECC58-54FC-43E3-920A-0C534C5B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4" name="Shape 282">
            <a:extLst xmlns:a="http://schemas.openxmlformats.org/drawingml/2006/main">
              <a:ext uri="{FF2B5EF4-FFF2-40B4-BE49-F238E27FC236}">
                <a16:creationId xmlns:a16="http://schemas.microsoft.com/office/drawing/2014/main" id="{1FE5693E-6BB6-478D-A09A-2B64BF94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5" name="Shape 283">
            <a:extLst xmlns:a="http://schemas.openxmlformats.org/drawingml/2006/main">
              <a:ext uri="{FF2B5EF4-FFF2-40B4-BE49-F238E27FC236}">
                <a16:creationId xmlns:a16="http://schemas.microsoft.com/office/drawing/2014/main" id="{2FDD995D-F041-4FE1-8B0E-E676E25A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6" name="Shape 284">
            <a:extLst xmlns:a="http://schemas.openxmlformats.org/drawingml/2006/main">
              <a:ext uri="{FF2B5EF4-FFF2-40B4-BE49-F238E27FC236}">
                <a16:creationId xmlns:a16="http://schemas.microsoft.com/office/drawing/2014/main" id="{E6604ECD-369E-4CFF-BA36-7D41E2A3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7" name="Shape 285">
            <a:extLst xmlns:a="http://schemas.openxmlformats.org/drawingml/2006/main">
              <a:ext uri="{FF2B5EF4-FFF2-40B4-BE49-F238E27FC236}">
                <a16:creationId xmlns:a16="http://schemas.microsoft.com/office/drawing/2014/main" id="{4F32542F-B815-49D4-9499-561034CF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8" name="Shape 286">
            <a:extLst xmlns:a="http://schemas.openxmlformats.org/drawingml/2006/main">
              <a:ext uri="{FF2B5EF4-FFF2-40B4-BE49-F238E27FC236}">
                <a16:creationId xmlns:a16="http://schemas.microsoft.com/office/drawing/2014/main" id="{FDFED2CD-DE3E-45B9-9847-ED47AB87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89" name="Shape 287">
            <a:extLst xmlns:a="http://schemas.openxmlformats.org/drawingml/2006/main">
              <a:ext uri="{FF2B5EF4-FFF2-40B4-BE49-F238E27FC236}">
                <a16:creationId xmlns:a16="http://schemas.microsoft.com/office/drawing/2014/main" id="{1894AF8C-48AF-4A3B-B61D-15E0F177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0" name="Shape 288">
            <a:extLst xmlns:a="http://schemas.openxmlformats.org/drawingml/2006/main">
              <a:ext uri="{FF2B5EF4-FFF2-40B4-BE49-F238E27FC236}">
                <a16:creationId xmlns:a16="http://schemas.microsoft.com/office/drawing/2014/main" id="{44F8622B-3670-49C8-9679-EB142773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1" name="Shape 289">
            <a:extLst xmlns:a="http://schemas.openxmlformats.org/drawingml/2006/main">
              <a:ext uri="{FF2B5EF4-FFF2-40B4-BE49-F238E27FC236}">
                <a16:creationId xmlns:a16="http://schemas.microsoft.com/office/drawing/2014/main" id="{6253E0DA-0EE0-491B-A62F-547AC941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2" name="Shape 290">
            <a:extLst xmlns:a="http://schemas.openxmlformats.org/drawingml/2006/main">
              <a:ext uri="{FF2B5EF4-FFF2-40B4-BE49-F238E27FC236}">
                <a16:creationId xmlns:a16="http://schemas.microsoft.com/office/drawing/2014/main" id="{DD05DC2A-2741-415E-9C5C-209EF7B5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3" name="Shape 291">
            <a:extLst xmlns:a="http://schemas.openxmlformats.org/drawingml/2006/main">
              <a:ext uri="{FF2B5EF4-FFF2-40B4-BE49-F238E27FC236}">
                <a16:creationId xmlns:a16="http://schemas.microsoft.com/office/drawing/2014/main" id="{12847CF0-C433-422E-8336-86B2D5BB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4" name="Shape 292">
            <a:extLst xmlns:a="http://schemas.openxmlformats.org/drawingml/2006/main">
              <a:ext uri="{FF2B5EF4-FFF2-40B4-BE49-F238E27FC236}">
                <a16:creationId xmlns:a16="http://schemas.microsoft.com/office/drawing/2014/main" id="{7222CBDF-D0D4-408E-B10E-E426E557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5" name="Shape 293">
            <a:extLst xmlns:a="http://schemas.openxmlformats.org/drawingml/2006/main">
              <a:ext uri="{FF2B5EF4-FFF2-40B4-BE49-F238E27FC236}">
                <a16:creationId xmlns:a16="http://schemas.microsoft.com/office/drawing/2014/main" id="{1DF36E6F-3F2C-46EF-A3B8-ABEA5C1A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6" name="Shape 294">
            <a:extLst xmlns:a="http://schemas.openxmlformats.org/drawingml/2006/main">
              <a:ext uri="{FF2B5EF4-FFF2-40B4-BE49-F238E27FC236}">
                <a16:creationId xmlns:a16="http://schemas.microsoft.com/office/drawing/2014/main" id="{6032E76F-FEE1-453F-B8A5-0E43A51C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7" name="Shape 295">
            <a:extLst xmlns:a="http://schemas.openxmlformats.org/drawingml/2006/main">
              <a:ext uri="{FF2B5EF4-FFF2-40B4-BE49-F238E27FC236}">
                <a16:creationId xmlns:a16="http://schemas.microsoft.com/office/drawing/2014/main" id="{632F6C63-8E4D-4003-B268-63951FF1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8" name="Shape 296">
            <a:extLst xmlns:a="http://schemas.openxmlformats.org/drawingml/2006/main">
              <a:ext uri="{FF2B5EF4-FFF2-40B4-BE49-F238E27FC236}">
                <a16:creationId xmlns:a16="http://schemas.microsoft.com/office/drawing/2014/main" id="{B8CB9485-9BA7-4826-96AE-0E5DABB4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299" name="Shape 297">
            <a:extLst xmlns:a="http://schemas.openxmlformats.org/drawingml/2006/main">
              <a:ext uri="{FF2B5EF4-FFF2-40B4-BE49-F238E27FC236}">
                <a16:creationId xmlns:a16="http://schemas.microsoft.com/office/drawing/2014/main" id="{B236B240-0CBA-4434-B673-59696679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0" name="Shape 298">
            <a:extLst xmlns:a="http://schemas.openxmlformats.org/drawingml/2006/main">
              <a:ext uri="{FF2B5EF4-FFF2-40B4-BE49-F238E27FC236}">
                <a16:creationId xmlns:a16="http://schemas.microsoft.com/office/drawing/2014/main" id="{6CE5F34D-2904-438B-A82A-5B5D4E31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1" name="Shape 299">
            <a:extLst xmlns:a="http://schemas.openxmlformats.org/drawingml/2006/main">
              <a:ext uri="{FF2B5EF4-FFF2-40B4-BE49-F238E27FC236}">
                <a16:creationId xmlns:a16="http://schemas.microsoft.com/office/drawing/2014/main" id="{F2041D4E-3D3D-404A-95F8-6575A82A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2" name="Shape 300">
            <a:extLst xmlns:a="http://schemas.openxmlformats.org/drawingml/2006/main">
              <a:ext uri="{FF2B5EF4-FFF2-40B4-BE49-F238E27FC236}">
                <a16:creationId xmlns:a16="http://schemas.microsoft.com/office/drawing/2014/main" id="{AFF1F9FF-8D33-44AF-80A8-9915684D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3" name="Shape 301">
            <a:extLst xmlns:a="http://schemas.openxmlformats.org/drawingml/2006/main">
              <a:ext uri="{FF2B5EF4-FFF2-40B4-BE49-F238E27FC236}">
                <a16:creationId xmlns:a16="http://schemas.microsoft.com/office/drawing/2014/main" id="{A7C499EB-7D3D-45CA-AD48-E536E6CF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4" name="Shape 302">
            <a:extLst xmlns:a="http://schemas.openxmlformats.org/drawingml/2006/main">
              <a:ext uri="{FF2B5EF4-FFF2-40B4-BE49-F238E27FC236}">
                <a16:creationId xmlns:a16="http://schemas.microsoft.com/office/drawing/2014/main" id="{2F971917-720B-451B-A1C8-877BD0B6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5" name="Shape 303">
            <a:extLst xmlns:a="http://schemas.openxmlformats.org/drawingml/2006/main">
              <a:ext uri="{FF2B5EF4-FFF2-40B4-BE49-F238E27FC236}">
                <a16:creationId xmlns:a16="http://schemas.microsoft.com/office/drawing/2014/main" id="{899EAF4C-BEB2-48E7-A633-E228E7D7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6" name="Shape 304">
            <a:extLst xmlns:a="http://schemas.openxmlformats.org/drawingml/2006/main">
              <a:ext uri="{FF2B5EF4-FFF2-40B4-BE49-F238E27FC236}">
                <a16:creationId xmlns:a16="http://schemas.microsoft.com/office/drawing/2014/main" id="{1D9DD595-984F-4F87-A13E-D5C9974A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7" name="Shape 305">
            <a:extLst xmlns:a="http://schemas.openxmlformats.org/drawingml/2006/main">
              <a:ext uri="{FF2B5EF4-FFF2-40B4-BE49-F238E27FC236}">
                <a16:creationId xmlns:a16="http://schemas.microsoft.com/office/drawing/2014/main" id="{91F27C6D-1AF7-4199-BE39-8B5FBC17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8" name="Shape 306">
            <a:extLst xmlns:a="http://schemas.openxmlformats.org/drawingml/2006/main">
              <a:ext uri="{FF2B5EF4-FFF2-40B4-BE49-F238E27FC236}">
                <a16:creationId xmlns:a16="http://schemas.microsoft.com/office/drawing/2014/main" id="{9FD84440-0B32-459C-8387-8B3B9F3C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09" name="Shape 307">
            <a:extLst xmlns:a="http://schemas.openxmlformats.org/drawingml/2006/main">
              <a:ext uri="{FF2B5EF4-FFF2-40B4-BE49-F238E27FC236}">
                <a16:creationId xmlns:a16="http://schemas.microsoft.com/office/drawing/2014/main" id="{5F0A6E26-E9B1-4A0D-8D9E-12D1D125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0" name="Shape 308">
            <a:extLst xmlns:a="http://schemas.openxmlformats.org/drawingml/2006/main">
              <a:ext uri="{FF2B5EF4-FFF2-40B4-BE49-F238E27FC236}">
                <a16:creationId xmlns:a16="http://schemas.microsoft.com/office/drawing/2014/main" id="{DF0EDEA3-E7BC-435B-B563-9003F868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1" name="Shape 309">
            <a:extLst xmlns:a="http://schemas.openxmlformats.org/drawingml/2006/main">
              <a:ext uri="{FF2B5EF4-FFF2-40B4-BE49-F238E27FC236}">
                <a16:creationId xmlns:a16="http://schemas.microsoft.com/office/drawing/2014/main" id="{06BAF61D-30E1-4E92-BBCD-73FCA0E2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2" name="Shape 310">
            <a:extLst xmlns:a="http://schemas.openxmlformats.org/drawingml/2006/main">
              <a:ext uri="{FF2B5EF4-FFF2-40B4-BE49-F238E27FC236}">
                <a16:creationId xmlns:a16="http://schemas.microsoft.com/office/drawing/2014/main" id="{E0C14606-29D3-416E-BEF2-D4255685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3" name="Shape 311">
            <a:extLst xmlns:a="http://schemas.openxmlformats.org/drawingml/2006/main">
              <a:ext uri="{FF2B5EF4-FFF2-40B4-BE49-F238E27FC236}">
                <a16:creationId xmlns:a16="http://schemas.microsoft.com/office/drawing/2014/main" id="{72F929CC-618C-4C63-A8C0-598513F7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4" name="Shape 312">
            <a:extLst xmlns:a="http://schemas.openxmlformats.org/drawingml/2006/main">
              <a:ext uri="{FF2B5EF4-FFF2-40B4-BE49-F238E27FC236}">
                <a16:creationId xmlns:a16="http://schemas.microsoft.com/office/drawing/2014/main" id="{52EEADDC-A949-415B-B884-C73B6941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5" name="Shape 313">
            <a:extLst xmlns:a="http://schemas.openxmlformats.org/drawingml/2006/main">
              <a:ext uri="{FF2B5EF4-FFF2-40B4-BE49-F238E27FC236}">
                <a16:creationId xmlns:a16="http://schemas.microsoft.com/office/drawing/2014/main" id="{7684F2EE-6C30-4756-AF7F-6F35C12D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6" name="Shape 314">
            <a:extLst xmlns:a="http://schemas.openxmlformats.org/drawingml/2006/main">
              <a:ext uri="{FF2B5EF4-FFF2-40B4-BE49-F238E27FC236}">
                <a16:creationId xmlns:a16="http://schemas.microsoft.com/office/drawing/2014/main" id="{7A8217A9-DE26-4708-8706-46D5D652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7" name="Shape 315">
            <a:extLst xmlns:a="http://schemas.openxmlformats.org/drawingml/2006/main">
              <a:ext uri="{FF2B5EF4-FFF2-40B4-BE49-F238E27FC236}">
                <a16:creationId xmlns:a16="http://schemas.microsoft.com/office/drawing/2014/main" id="{F880B364-C29A-4CC6-A5F3-CBF79613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8" name="Shape 316">
            <a:extLst xmlns:a="http://schemas.openxmlformats.org/drawingml/2006/main">
              <a:ext uri="{FF2B5EF4-FFF2-40B4-BE49-F238E27FC236}">
                <a16:creationId xmlns:a16="http://schemas.microsoft.com/office/drawing/2014/main" id="{F52D8EDD-4218-4618-BC20-E1DD7613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19" name="Shape 317">
            <a:extLst xmlns:a="http://schemas.openxmlformats.org/drawingml/2006/main">
              <a:ext uri="{FF2B5EF4-FFF2-40B4-BE49-F238E27FC236}">
                <a16:creationId xmlns:a16="http://schemas.microsoft.com/office/drawing/2014/main" id="{54793EEB-21CB-4F94-A94C-01D5C4A7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0" name="Shape 318">
            <a:extLst xmlns:a="http://schemas.openxmlformats.org/drawingml/2006/main">
              <a:ext uri="{FF2B5EF4-FFF2-40B4-BE49-F238E27FC236}">
                <a16:creationId xmlns:a16="http://schemas.microsoft.com/office/drawing/2014/main" id="{92DFE397-69F6-4005-A790-7EBAB13C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1" name="Shape 319">
            <a:extLst xmlns:a="http://schemas.openxmlformats.org/drawingml/2006/main">
              <a:ext uri="{FF2B5EF4-FFF2-40B4-BE49-F238E27FC236}">
                <a16:creationId xmlns:a16="http://schemas.microsoft.com/office/drawing/2014/main" id="{D25C5FC6-DAAA-4E98-B8FF-438D4B7C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2" name="Shape 320">
            <a:extLst xmlns:a="http://schemas.openxmlformats.org/drawingml/2006/main">
              <a:ext uri="{FF2B5EF4-FFF2-40B4-BE49-F238E27FC236}">
                <a16:creationId xmlns:a16="http://schemas.microsoft.com/office/drawing/2014/main" id="{A35F138D-DF31-4726-A8E8-52908988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3" name="Shape 321">
            <a:extLst xmlns:a="http://schemas.openxmlformats.org/drawingml/2006/main">
              <a:ext uri="{FF2B5EF4-FFF2-40B4-BE49-F238E27FC236}">
                <a16:creationId xmlns:a16="http://schemas.microsoft.com/office/drawing/2014/main" id="{6F35023D-DD11-4F6E-AD86-DDA16539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4" name="Shape 322">
            <a:extLst xmlns:a="http://schemas.openxmlformats.org/drawingml/2006/main">
              <a:ext uri="{FF2B5EF4-FFF2-40B4-BE49-F238E27FC236}">
                <a16:creationId xmlns:a16="http://schemas.microsoft.com/office/drawing/2014/main" id="{7A90A379-9BF5-4B6D-B421-4FA6E6AD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5" name="Shape 323">
            <a:extLst xmlns:a="http://schemas.openxmlformats.org/drawingml/2006/main">
              <a:ext uri="{FF2B5EF4-FFF2-40B4-BE49-F238E27FC236}">
                <a16:creationId xmlns:a16="http://schemas.microsoft.com/office/drawing/2014/main" id="{F951C289-6B2C-40D7-AC19-1BB23BC4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6" name="Shape 324">
            <a:extLst xmlns:a="http://schemas.openxmlformats.org/drawingml/2006/main">
              <a:ext uri="{FF2B5EF4-FFF2-40B4-BE49-F238E27FC236}">
                <a16:creationId xmlns:a16="http://schemas.microsoft.com/office/drawing/2014/main" id="{AAFE9036-E165-47DE-BF2E-A2552F96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7" name="Shape 325">
            <a:extLst xmlns:a="http://schemas.openxmlformats.org/drawingml/2006/main">
              <a:ext uri="{FF2B5EF4-FFF2-40B4-BE49-F238E27FC236}">
                <a16:creationId xmlns:a16="http://schemas.microsoft.com/office/drawing/2014/main" id="{F545A914-1350-4A6E-BCD8-2BF186E7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8" name="Shape 326">
            <a:extLst xmlns:a="http://schemas.openxmlformats.org/drawingml/2006/main">
              <a:ext uri="{FF2B5EF4-FFF2-40B4-BE49-F238E27FC236}">
                <a16:creationId xmlns:a16="http://schemas.microsoft.com/office/drawing/2014/main" id="{19FF324B-9A6A-4CDB-B72F-20DFF8AC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29" name="Shape 327">
            <a:extLst xmlns:a="http://schemas.openxmlformats.org/drawingml/2006/main">
              <a:ext uri="{FF2B5EF4-FFF2-40B4-BE49-F238E27FC236}">
                <a16:creationId xmlns:a16="http://schemas.microsoft.com/office/drawing/2014/main" id="{08EA2E1F-049B-41C8-B2A9-D37A93C6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0" name="Shape 328">
            <a:extLst xmlns:a="http://schemas.openxmlformats.org/drawingml/2006/main">
              <a:ext uri="{FF2B5EF4-FFF2-40B4-BE49-F238E27FC236}">
                <a16:creationId xmlns:a16="http://schemas.microsoft.com/office/drawing/2014/main" id="{A71EB7A5-FDCE-4B0A-A9A1-EDAD551C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1" name="Shape 329">
            <a:extLst xmlns:a="http://schemas.openxmlformats.org/drawingml/2006/main">
              <a:ext uri="{FF2B5EF4-FFF2-40B4-BE49-F238E27FC236}">
                <a16:creationId xmlns:a16="http://schemas.microsoft.com/office/drawing/2014/main" id="{5159C7D9-6900-4C9C-AF0D-29645BE1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2" name="Shape 330">
            <a:extLst xmlns:a="http://schemas.openxmlformats.org/drawingml/2006/main">
              <a:ext uri="{FF2B5EF4-FFF2-40B4-BE49-F238E27FC236}">
                <a16:creationId xmlns:a16="http://schemas.microsoft.com/office/drawing/2014/main" id="{F49931D7-CF2B-451B-93E9-913CDDE6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3" name="Shape 331">
            <a:extLst xmlns:a="http://schemas.openxmlformats.org/drawingml/2006/main">
              <a:ext uri="{FF2B5EF4-FFF2-40B4-BE49-F238E27FC236}">
                <a16:creationId xmlns:a16="http://schemas.microsoft.com/office/drawing/2014/main" id="{6D07864A-E6C4-4B58-BB81-A69D2BEE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4" name="Shape 332">
            <a:extLst xmlns:a="http://schemas.openxmlformats.org/drawingml/2006/main">
              <a:ext uri="{FF2B5EF4-FFF2-40B4-BE49-F238E27FC236}">
                <a16:creationId xmlns:a16="http://schemas.microsoft.com/office/drawing/2014/main" id="{664B4F35-F1D7-4B9E-8012-D7678DDE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5" name="Shape 333">
            <a:extLst xmlns:a="http://schemas.openxmlformats.org/drawingml/2006/main">
              <a:ext uri="{FF2B5EF4-FFF2-40B4-BE49-F238E27FC236}">
                <a16:creationId xmlns:a16="http://schemas.microsoft.com/office/drawing/2014/main" id="{83814950-91D2-4905-8456-F5F0C62D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6" name="Shape 334">
            <a:extLst xmlns:a="http://schemas.openxmlformats.org/drawingml/2006/main">
              <a:ext uri="{FF2B5EF4-FFF2-40B4-BE49-F238E27FC236}">
                <a16:creationId xmlns:a16="http://schemas.microsoft.com/office/drawing/2014/main" id="{3A8C9927-976B-438E-BE85-EF1445BD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7" name="Shape 335">
            <a:extLst xmlns:a="http://schemas.openxmlformats.org/drawingml/2006/main">
              <a:ext uri="{FF2B5EF4-FFF2-40B4-BE49-F238E27FC236}">
                <a16:creationId xmlns:a16="http://schemas.microsoft.com/office/drawing/2014/main" id="{160A0563-B10A-4229-9E3E-3E9B9A11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8" name="Shape 336">
            <a:extLst xmlns:a="http://schemas.openxmlformats.org/drawingml/2006/main">
              <a:ext uri="{FF2B5EF4-FFF2-40B4-BE49-F238E27FC236}">
                <a16:creationId xmlns:a16="http://schemas.microsoft.com/office/drawing/2014/main" id="{FF690C0B-F0BC-498F-921C-C75F5F61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39" name="Shape 337">
            <a:extLst xmlns:a="http://schemas.openxmlformats.org/drawingml/2006/main">
              <a:ext uri="{FF2B5EF4-FFF2-40B4-BE49-F238E27FC236}">
                <a16:creationId xmlns:a16="http://schemas.microsoft.com/office/drawing/2014/main" id="{4E99BD28-71C4-4771-80CC-1DAA4215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0" name="Shape 338">
            <a:extLst xmlns:a="http://schemas.openxmlformats.org/drawingml/2006/main">
              <a:ext uri="{FF2B5EF4-FFF2-40B4-BE49-F238E27FC236}">
                <a16:creationId xmlns:a16="http://schemas.microsoft.com/office/drawing/2014/main" id="{2F8C3B11-9513-437F-B8C3-736A9440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1" name="Shape 339">
            <a:extLst xmlns:a="http://schemas.openxmlformats.org/drawingml/2006/main">
              <a:ext uri="{FF2B5EF4-FFF2-40B4-BE49-F238E27FC236}">
                <a16:creationId xmlns:a16="http://schemas.microsoft.com/office/drawing/2014/main" id="{2C771274-1C96-44CD-85E0-827753DC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2" name="Shape 340">
            <a:extLst xmlns:a="http://schemas.openxmlformats.org/drawingml/2006/main">
              <a:ext uri="{FF2B5EF4-FFF2-40B4-BE49-F238E27FC236}">
                <a16:creationId xmlns:a16="http://schemas.microsoft.com/office/drawing/2014/main" id="{402BBCEB-E7A1-485C-8B83-29DE0C70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3" name="Shape 341">
            <a:extLst xmlns:a="http://schemas.openxmlformats.org/drawingml/2006/main">
              <a:ext uri="{FF2B5EF4-FFF2-40B4-BE49-F238E27FC236}">
                <a16:creationId xmlns:a16="http://schemas.microsoft.com/office/drawing/2014/main" id="{9F47E9E3-EC65-4126-ABDD-BB968201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4" name="Shape 342">
            <a:extLst xmlns:a="http://schemas.openxmlformats.org/drawingml/2006/main">
              <a:ext uri="{FF2B5EF4-FFF2-40B4-BE49-F238E27FC236}">
                <a16:creationId xmlns:a16="http://schemas.microsoft.com/office/drawing/2014/main" id="{5AF46433-41D6-4CFC-ABBD-1B414E81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5" name="Shape 343">
            <a:extLst xmlns:a="http://schemas.openxmlformats.org/drawingml/2006/main">
              <a:ext uri="{FF2B5EF4-FFF2-40B4-BE49-F238E27FC236}">
                <a16:creationId xmlns:a16="http://schemas.microsoft.com/office/drawing/2014/main" id="{D6009E07-8FED-4508-B1C4-030AD21E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6" name="Shape 344">
            <a:extLst xmlns:a="http://schemas.openxmlformats.org/drawingml/2006/main">
              <a:ext uri="{FF2B5EF4-FFF2-40B4-BE49-F238E27FC236}">
                <a16:creationId xmlns:a16="http://schemas.microsoft.com/office/drawing/2014/main" id="{DCA1C1F9-4F1A-45FF-8996-48FD2017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7" name="Shape 345">
            <a:extLst xmlns:a="http://schemas.openxmlformats.org/drawingml/2006/main">
              <a:ext uri="{FF2B5EF4-FFF2-40B4-BE49-F238E27FC236}">
                <a16:creationId xmlns:a16="http://schemas.microsoft.com/office/drawing/2014/main" id="{6AA2CB28-950B-4DF1-A4A1-BF0ADEE8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8" name="Shape 346">
            <a:extLst xmlns:a="http://schemas.openxmlformats.org/drawingml/2006/main">
              <a:ext uri="{FF2B5EF4-FFF2-40B4-BE49-F238E27FC236}">
                <a16:creationId xmlns:a16="http://schemas.microsoft.com/office/drawing/2014/main" id="{8B8B911B-0999-4719-9BE8-42B56723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49" name="Shape 347">
            <a:extLst xmlns:a="http://schemas.openxmlformats.org/drawingml/2006/main">
              <a:ext uri="{FF2B5EF4-FFF2-40B4-BE49-F238E27FC236}">
                <a16:creationId xmlns:a16="http://schemas.microsoft.com/office/drawing/2014/main" id="{D20A35CB-1050-49B6-AE67-10BF467D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0" name="Shape 348">
            <a:extLst xmlns:a="http://schemas.openxmlformats.org/drawingml/2006/main">
              <a:ext uri="{FF2B5EF4-FFF2-40B4-BE49-F238E27FC236}">
                <a16:creationId xmlns:a16="http://schemas.microsoft.com/office/drawing/2014/main" id="{AFEBAF51-375F-4305-9F1F-41E9925D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1" name="Shape 349">
            <a:extLst xmlns:a="http://schemas.openxmlformats.org/drawingml/2006/main">
              <a:ext uri="{FF2B5EF4-FFF2-40B4-BE49-F238E27FC236}">
                <a16:creationId xmlns:a16="http://schemas.microsoft.com/office/drawing/2014/main" id="{D04960E7-A89D-4702-9590-77234DDB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2" name="Shape 350">
            <a:extLst xmlns:a="http://schemas.openxmlformats.org/drawingml/2006/main">
              <a:ext uri="{FF2B5EF4-FFF2-40B4-BE49-F238E27FC236}">
                <a16:creationId xmlns:a16="http://schemas.microsoft.com/office/drawing/2014/main" id="{C9E4F541-EEED-4C64-B13F-4D220EDD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3" name="Shape 351">
            <a:extLst xmlns:a="http://schemas.openxmlformats.org/drawingml/2006/main">
              <a:ext uri="{FF2B5EF4-FFF2-40B4-BE49-F238E27FC236}">
                <a16:creationId xmlns:a16="http://schemas.microsoft.com/office/drawing/2014/main" id="{F5000DA6-B3C8-4B43-BAB3-3C30FC55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4" name="Shape 352">
            <a:extLst xmlns:a="http://schemas.openxmlformats.org/drawingml/2006/main">
              <a:ext uri="{FF2B5EF4-FFF2-40B4-BE49-F238E27FC236}">
                <a16:creationId xmlns:a16="http://schemas.microsoft.com/office/drawing/2014/main" id="{3F71809C-BD79-469C-8C42-AB688F31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5" name="Shape 353">
            <a:extLst xmlns:a="http://schemas.openxmlformats.org/drawingml/2006/main">
              <a:ext uri="{FF2B5EF4-FFF2-40B4-BE49-F238E27FC236}">
                <a16:creationId xmlns:a16="http://schemas.microsoft.com/office/drawing/2014/main" id="{FCC345DC-709C-45EC-AF4D-7C8CEB3D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6" name="Shape 354">
            <a:extLst xmlns:a="http://schemas.openxmlformats.org/drawingml/2006/main">
              <a:ext uri="{FF2B5EF4-FFF2-40B4-BE49-F238E27FC236}">
                <a16:creationId xmlns:a16="http://schemas.microsoft.com/office/drawing/2014/main" id="{F8E23933-27B5-482F-B54F-F2163486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7" name="Shape 355">
            <a:extLst xmlns:a="http://schemas.openxmlformats.org/drawingml/2006/main">
              <a:ext uri="{FF2B5EF4-FFF2-40B4-BE49-F238E27FC236}">
                <a16:creationId xmlns:a16="http://schemas.microsoft.com/office/drawing/2014/main" id="{69C91909-42FA-44E8-AA18-602AF55A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8" name="Shape 356">
            <a:extLst xmlns:a="http://schemas.openxmlformats.org/drawingml/2006/main">
              <a:ext uri="{FF2B5EF4-FFF2-40B4-BE49-F238E27FC236}">
                <a16:creationId xmlns:a16="http://schemas.microsoft.com/office/drawing/2014/main" id="{0A59F9DE-2E2A-4B16-8F24-3BB700F7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59" name="Shape 357">
            <a:extLst xmlns:a="http://schemas.openxmlformats.org/drawingml/2006/main">
              <a:ext uri="{FF2B5EF4-FFF2-40B4-BE49-F238E27FC236}">
                <a16:creationId xmlns:a16="http://schemas.microsoft.com/office/drawing/2014/main" id="{E6F860F6-2D15-4CF0-9AE6-87A6ADC1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0" name="Shape 358">
            <a:extLst xmlns:a="http://schemas.openxmlformats.org/drawingml/2006/main">
              <a:ext uri="{FF2B5EF4-FFF2-40B4-BE49-F238E27FC236}">
                <a16:creationId xmlns:a16="http://schemas.microsoft.com/office/drawing/2014/main" id="{0D0AFA68-3D3A-47BE-AD6D-DB3D0337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1" name="Shape 359">
            <a:extLst xmlns:a="http://schemas.openxmlformats.org/drawingml/2006/main">
              <a:ext uri="{FF2B5EF4-FFF2-40B4-BE49-F238E27FC236}">
                <a16:creationId xmlns:a16="http://schemas.microsoft.com/office/drawing/2014/main" id="{6CFBB717-3E13-49BF-9393-9D79D501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2" name="Shape 360">
            <a:extLst xmlns:a="http://schemas.openxmlformats.org/drawingml/2006/main">
              <a:ext uri="{FF2B5EF4-FFF2-40B4-BE49-F238E27FC236}">
                <a16:creationId xmlns:a16="http://schemas.microsoft.com/office/drawing/2014/main" id="{FF03B5A2-2CA7-427D-85E1-66FC25C1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3" name="Shape 361">
            <a:extLst xmlns:a="http://schemas.openxmlformats.org/drawingml/2006/main">
              <a:ext uri="{FF2B5EF4-FFF2-40B4-BE49-F238E27FC236}">
                <a16:creationId xmlns:a16="http://schemas.microsoft.com/office/drawing/2014/main" id="{44F571EE-4723-41E0-80F1-E7120F3F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4" name="Shape 362">
            <a:extLst xmlns:a="http://schemas.openxmlformats.org/drawingml/2006/main">
              <a:ext uri="{FF2B5EF4-FFF2-40B4-BE49-F238E27FC236}">
                <a16:creationId xmlns:a16="http://schemas.microsoft.com/office/drawing/2014/main" id="{B76E7770-3B2E-4226-945B-CF9FC104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5" name="Shape 363">
            <a:extLst xmlns:a="http://schemas.openxmlformats.org/drawingml/2006/main">
              <a:ext uri="{FF2B5EF4-FFF2-40B4-BE49-F238E27FC236}">
                <a16:creationId xmlns:a16="http://schemas.microsoft.com/office/drawing/2014/main" id="{BEC41DCA-812D-43AA-95B8-C51124D8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6" name="Shape 364">
            <a:extLst xmlns:a="http://schemas.openxmlformats.org/drawingml/2006/main">
              <a:ext uri="{FF2B5EF4-FFF2-40B4-BE49-F238E27FC236}">
                <a16:creationId xmlns:a16="http://schemas.microsoft.com/office/drawing/2014/main" id="{752BECC1-6B22-4A8C-A705-C7DAD750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7" name="Shape 365">
            <a:extLst xmlns:a="http://schemas.openxmlformats.org/drawingml/2006/main">
              <a:ext uri="{FF2B5EF4-FFF2-40B4-BE49-F238E27FC236}">
                <a16:creationId xmlns:a16="http://schemas.microsoft.com/office/drawing/2014/main" id="{3B42C4A3-6DF5-4642-B6C1-1FC7F017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8" name="Shape 366">
            <a:extLst xmlns:a="http://schemas.openxmlformats.org/drawingml/2006/main">
              <a:ext uri="{FF2B5EF4-FFF2-40B4-BE49-F238E27FC236}">
                <a16:creationId xmlns:a16="http://schemas.microsoft.com/office/drawing/2014/main" id="{F8E3FBAC-38A8-48A0-AF18-ED8E0EA7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69" name="Shape 367">
            <a:extLst xmlns:a="http://schemas.openxmlformats.org/drawingml/2006/main">
              <a:ext uri="{FF2B5EF4-FFF2-40B4-BE49-F238E27FC236}">
                <a16:creationId xmlns:a16="http://schemas.microsoft.com/office/drawing/2014/main" id="{5779D2DB-BDCE-4A5A-8280-E9208B0F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0" name="Shape 368">
            <a:extLst xmlns:a="http://schemas.openxmlformats.org/drawingml/2006/main">
              <a:ext uri="{FF2B5EF4-FFF2-40B4-BE49-F238E27FC236}">
                <a16:creationId xmlns:a16="http://schemas.microsoft.com/office/drawing/2014/main" id="{1317E007-F2BF-42B0-9728-3E375BD6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1" name="Shape 369">
            <a:extLst xmlns:a="http://schemas.openxmlformats.org/drawingml/2006/main">
              <a:ext uri="{FF2B5EF4-FFF2-40B4-BE49-F238E27FC236}">
                <a16:creationId xmlns:a16="http://schemas.microsoft.com/office/drawing/2014/main" id="{76299ED1-BC82-4794-90B0-786A42EF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2" name="Shape 370">
            <a:extLst xmlns:a="http://schemas.openxmlformats.org/drawingml/2006/main">
              <a:ext uri="{FF2B5EF4-FFF2-40B4-BE49-F238E27FC236}">
                <a16:creationId xmlns:a16="http://schemas.microsoft.com/office/drawing/2014/main" id="{4C7B14B0-4612-45B5-9D2B-02DE2D17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3" name="Shape 371">
            <a:extLst xmlns:a="http://schemas.openxmlformats.org/drawingml/2006/main">
              <a:ext uri="{FF2B5EF4-FFF2-40B4-BE49-F238E27FC236}">
                <a16:creationId xmlns:a16="http://schemas.microsoft.com/office/drawing/2014/main" id="{0611FAF5-DD1A-462B-B490-758CA57F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4" name="Shape 372">
            <a:extLst xmlns:a="http://schemas.openxmlformats.org/drawingml/2006/main">
              <a:ext uri="{FF2B5EF4-FFF2-40B4-BE49-F238E27FC236}">
                <a16:creationId xmlns:a16="http://schemas.microsoft.com/office/drawing/2014/main" id="{FE78EB2B-5072-436D-9482-3AB605EF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5" name="Shape 373">
            <a:extLst xmlns:a="http://schemas.openxmlformats.org/drawingml/2006/main">
              <a:ext uri="{FF2B5EF4-FFF2-40B4-BE49-F238E27FC236}">
                <a16:creationId xmlns:a16="http://schemas.microsoft.com/office/drawing/2014/main" id="{041000C4-23A7-4843-BD0F-ABE7D6F2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6" name="Shape 374">
            <a:extLst xmlns:a="http://schemas.openxmlformats.org/drawingml/2006/main">
              <a:ext uri="{FF2B5EF4-FFF2-40B4-BE49-F238E27FC236}">
                <a16:creationId xmlns:a16="http://schemas.microsoft.com/office/drawing/2014/main" id="{AB4D8779-6BF1-460F-A6C7-6686AF22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7" name="Shape 375">
            <a:extLst xmlns:a="http://schemas.openxmlformats.org/drawingml/2006/main">
              <a:ext uri="{FF2B5EF4-FFF2-40B4-BE49-F238E27FC236}">
                <a16:creationId xmlns:a16="http://schemas.microsoft.com/office/drawing/2014/main" id="{343E4949-DF7A-40EC-A8BF-20829C39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8" name="Shape 376">
            <a:extLst xmlns:a="http://schemas.openxmlformats.org/drawingml/2006/main">
              <a:ext uri="{FF2B5EF4-FFF2-40B4-BE49-F238E27FC236}">
                <a16:creationId xmlns:a16="http://schemas.microsoft.com/office/drawing/2014/main" id="{A9051E51-B73E-4960-83B9-BD8317F5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79" name="Shape 377">
            <a:extLst xmlns:a="http://schemas.openxmlformats.org/drawingml/2006/main">
              <a:ext uri="{FF2B5EF4-FFF2-40B4-BE49-F238E27FC236}">
                <a16:creationId xmlns:a16="http://schemas.microsoft.com/office/drawing/2014/main" id="{CC9EE92E-6C7A-47F2-AB2D-0D5395F1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0" name="Shape 378">
            <a:extLst xmlns:a="http://schemas.openxmlformats.org/drawingml/2006/main">
              <a:ext uri="{FF2B5EF4-FFF2-40B4-BE49-F238E27FC236}">
                <a16:creationId xmlns:a16="http://schemas.microsoft.com/office/drawing/2014/main" id="{15CC56F7-459D-4DC6-8B21-8BAF0927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1" name="Shape 379">
            <a:extLst xmlns:a="http://schemas.openxmlformats.org/drawingml/2006/main">
              <a:ext uri="{FF2B5EF4-FFF2-40B4-BE49-F238E27FC236}">
                <a16:creationId xmlns:a16="http://schemas.microsoft.com/office/drawing/2014/main" id="{8469979E-5811-46CC-B38D-BEABA591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2" name="Shape 380">
            <a:extLst xmlns:a="http://schemas.openxmlformats.org/drawingml/2006/main">
              <a:ext uri="{FF2B5EF4-FFF2-40B4-BE49-F238E27FC236}">
                <a16:creationId xmlns:a16="http://schemas.microsoft.com/office/drawing/2014/main" id="{2E7D5E88-00FA-4E3F-B8AD-58DA9B91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3" name="Shape 381">
            <a:extLst xmlns:a="http://schemas.openxmlformats.org/drawingml/2006/main">
              <a:ext uri="{FF2B5EF4-FFF2-40B4-BE49-F238E27FC236}">
                <a16:creationId xmlns:a16="http://schemas.microsoft.com/office/drawing/2014/main" id="{79E868EE-1422-45A1-958A-8CAF6827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4" name="Shape 382">
            <a:extLst xmlns:a="http://schemas.openxmlformats.org/drawingml/2006/main">
              <a:ext uri="{FF2B5EF4-FFF2-40B4-BE49-F238E27FC236}">
                <a16:creationId xmlns:a16="http://schemas.microsoft.com/office/drawing/2014/main" id="{3C673DFB-ABA5-4A78-97D1-635EEED4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5" name="Shape 383">
            <a:extLst xmlns:a="http://schemas.openxmlformats.org/drawingml/2006/main">
              <a:ext uri="{FF2B5EF4-FFF2-40B4-BE49-F238E27FC236}">
                <a16:creationId xmlns:a16="http://schemas.microsoft.com/office/drawing/2014/main" id="{3D6CB795-94A1-4DCB-8E1E-7840A85C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6" name="Shape 384">
            <a:extLst xmlns:a="http://schemas.openxmlformats.org/drawingml/2006/main">
              <a:ext uri="{FF2B5EF4-FFF2-40B4-BE49-F238E27FC236}">
                <a16:creationId xmlns:a16="http://schemas.microsoft.com/office/drawing/2014/main" id="{3DC16D9A-FBD4-4615-B1C3-C5DA6C78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7" name="Shape 385">
            <a:extLst xmlns:a="http://schemas.openxmlformats.org/drawingml/2006/main">
              <a:ext uri="{FF2B5EF4-FFF2-40B4-BE49-F238E27FC236}">
                <a16:creationId xmlns:a16="http://schemas.microsoft.com/office/drawing/2014/main" id="{A702B3FE-7029-4553-9A20-F961C0FF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8" name="Shape 386">
            <a:extLst xmlns:a="http://schemas.openxmlformats.org/drawingml/2006/main">
              <a:ext uri="{FF2B5EF4-FFF2-40B4-BE49-F238E27FC236}">
                <a16:creationId xmlns:a16="http://schemas.microsoft.com/office/drawing/2014/main" id="{3F1BD8A1-124B-4BFD-A146-22AA5EB5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89" name="Shape 387">
            <a:extLst xmlns:a="http://schemas.openxmlformats.org/drawingml/2006/main">
              <a:ext uri="{FF2B5EF4-FFF2-40B4-BE49-F238E27FC236}">
                <a16:creationId xmlns:a16="http://schemas.microsoft.com/office/drawing/2014/main" id="{A895A0D5-7BA7-4B7B-BF67-AB92D9DD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0" name="Shape 388">
            <a:extLst xmlns:a="http://schemas.openxmlformats.org/drawingml/2006/main">
              <a:ext uri="{FF2B5EF4-FFF2-40B4-BE49-F238E27FC236}">
                <a16:creationId xmlns:a16="http://schemas.microsoft.com/office/drawing/2014/main" id="{C12017A1-56EA-44AB-814A-0742B6E9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1" name="Shape 389">
            <a:extLst xmlns:a="http://schemas.openxmlformats.org/drawingml/2006/main">
              <a:ext uri="{FF2B5EF4-FFF2-40B4-BE49-F238E27FC236}">
                <a16:creationId xmlns:a16="http://schemas.microsoft.com/office/drawing/2014/main" id="{5DB05B04-3BC6-415A-8A7C-48811530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2" name="Shape 390">
            <a:extLst xmlns:a="http://schemas.openxmlformats.org/drawingml/2006/main">
              <a:ext uri="{FF2B5EF4-FFF2-40B4-BE49-F238E27FC236}">
                <a16:creationId xmlns:a16="http://schemas.microsoft.com/office/drawing/2014/main" id="{494D1747-B903-4282-AD9C-3BCC12A5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3" name="Shape 391">
            <a:extLst xmlns:a="http://schemas.openxmlformats.org/drawingml/2006/main">
              <a:ext uri="{FF2B5EF4-FFF2-40B4-BE49-F238E27FC236}">
                <a16:creationId xmlns:a16="http://schemas.microsoft.com/office/drawing/2014/main" id="{36B2E4D0-6C37-451C-9720-5C5533B8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4" name="Shape 392">
            <a:extLst xmlns:a="http://schemas.openxmlformats.org/drawingml/2006/main">
              <a:ext uri="{FF2B5EF4-FFF2-40B4-BE49-F238E27FC236}">
                <a16:creationId xmlns:a16="http://schemas.microsoft.com/office/drawing/2014/main" id="{A20750B0-B2FE-46B7-9197-330A6613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5" name="Shape 393">
            <a:extLst xmlns:a="http://schemas.openxmlformats.org/drawingml/2006/main">
              <a:ext uri="{FF2B5EF4-FFF2-40B4-BE49-F238E27FC236}">
                <a16:creationId xmlns:a16="http://schemas.microsoft.com/office/drawing/2014/main" id="{746CF0FE-3679-4630-BFCD-1E2E54D3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6" name="Shape 394">
            <a:extLst xmlns:a="http://schemas.openxmlformats.org/drawingml/2006/main">
              <a:ext uri="{FF2B5EF4-FFF2-40B4-BE49-F238E27FC236}">
                <a16:creationId xmlns:a16="http://schemas.microsoft.com/office/drawing/2014/main" id="{34D28794-F089-4DA9-815F-D7E7EAD6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7" name="Shape 395">
            <a:extLst xmlns:a="http://schemas.openxmlformats.org/drawingml/2006/main">
              <a:ext uri="{FF2B5EF4-FFF2-40B4-BE49-F238E27FC236}">
                <a16:creationId xmlns:a16="http://schemas.microsoft.com/office/drawing/2014/main" id="{A2156134-2AB7-451B-8B5A-B861033D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8" name="Shape 396">
            <a:extLst xmlns:a="http://schemas.openxmlformats.org/drawingml/2006/main">
              <a:ext uri="{FF2B5EF4-FFF2-40B4-BE49-F238E27FC236}">
                <a16:creationId xmlns:a16="http://schemas.microsoft.com/office/drawing/2014/main" id="{314082F5-CB66-4992-B4C3-5522E7F0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399" name="Shape 397">
            <a:extLst xmlns:a="http://schemas.openxmlformats.org/drawingml/2006/main">
              <a:ext uri="{FF2B5EF4-FFF2-40B4-BE49-F238E27FC236}">
                <a16:creationId xmlns:a16="http://schemas.microsoft.com/office/drawing/2014/main" id="{83B5671B-668E-4FE5-B919-49D19F05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0" name="Shape 398">
            <a:extLst xmlns:a="http://schemas.openxmlformats.org/drawingml/2006/main">
              <a:ext uri="{FF2B5EF4-FFF2-40B4-BE49-F238E27FC236}">
                <a16:creationId xmlns:a16="http://schemas.microsoft.com/office/drawing/2014/main" id="{772B52EA-7A53-4943-BFC4-D1746BA5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1" name="Shape 399">
            <a:extLst xmlns:a="http://schemas.openxmlformats.org/drawingml/2006/main">
              <a:ext uri="{FF2B5EF4-FFF2-40B4-BE49-F238E27FC236}">
                <a16:creationId xmlns:a16="http://schemas.microsoft.com/office/drawing/2014/main" id="{D76E16DB-23D9-4BA6-BB5E-2BFD3E01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2" name="Shape 400">
            <a:extLst xmlns:a="http://schemas.openxmlformats.org/drawingml/2006/main">
              <a:ext uri="{FF2B5EF4-FFF2-40B4-BE49-F238E27FC236}">
                <a16:creationId xmlns:a16="http://schemas.microsoft.com/office/drawing/2014/main" id="{A23D7DAD-6E52-4470-A230-D97F5B14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3" name="Shape 401">
            <a:extLst xmlns:a="http://schemas.openxmlformats.org/drawingml/2006/main">
              <a:ext uri="{FF2B5EF4-FFF2-40B4-BE49-F238E27FC236}">
                <a16:creationId xmlns:a16="http://schemas.microsoft.com/office/drawing/2014/main" id="{C32887E4-9E0B-49EA-80FF-0E595BC6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4" name="Shape 402">
            <a:extLst xmlns:a="http://schemas.openxmlformats.org/drawingml/2006/main">
              <a:ext uri="{FF2B5EF4-FFF2-40B4-BE49-F238E27FC236}">
                <a16:creationId xmlns:a16="http://schemas.microsoft.com/office/drawing/2014/main" id="{5D3CE76E-A699-4AEB-B46E-CC52900C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5" name="Shape 403">
            <a:extLst xmlns:a="http://schemas.openxmlformats.org/drawingml/2006/main">
              <a:ext uri="{FF2B5EF4-FFF2-40B4-BE49-F238E27FC236}">
                <a16:creationId xmlns:a16="http://schemas.microsoft.com/office/drawing/2014/main" id="{9406EE6A-CD9A-4CDA-A3F1-419AA861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6" name="Shape 404">
            <a:extLst xmlns:a="http://schemas.openxmlformats.org/drawingml/2006/main">
              <a:ext uri="{FF2B5EF4-FFF2-40B4-BE49-F238E27FC236}">
                <a16:creationId xmlns:a16="http://schemas.microsoft.com/office/drawing/2014/main" id="{65713863-3E7E-48B7-83CE-D95A7677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7" name="Shape 405">
            <a:extLst xmlns:a="http://schemas.openxmlformats.org/drawingml/2006/main">
              <a:ext uri="{FF2B5EF4-FFF2-40B4-BE49-F238E27FC236}">
                <a16:creationId xmlns:a16="http://schemas.microsoft.com/office/drawing/2014/main" id="{660934B4-F554-48A9-A7E1-5C6E9804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8" name="Shape 406">
            <a:extLst xmlns:a="http://schemas.openxmlformats.org/drawingml/2006/main">
              <a:ext uri="{FF2B5EF4-FFF2-40B4-BE49-F238E27FC236}">
                <a16:creationId xmlns:a16="http://schemas.microsoft.com/office/drawing/2014/main" id="{2268E424-6AAF-4CF9-B50E-E13C1907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09" name="Shape 407">
            <a:extLst xmlns:a="http://schemas.openxmlformats.org/drawingml/2006/main">
              <a:ext uri="{FF2B5EF4-FFF2-40B4-BE49-F238E27FC236}">
                <a16:creationId xmlns:a16="http://schemas.microsoft.com/office/drawing/2014/main" id="{79381AB6-EE77-4162-90B2-D7FDB3C2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0" name="Shape 408">
            <a:extLst xmlns:a="http://schemas.openxmlformats.org/drawingml/2006/main">
              <a:ext uri="{FF2B5EF4-FFF2-40B4-BE49-F238E27FC236}">
                <a16:creationId xmlns:a16="http://schemas.microsoft.com/office/drawing/2014/main" id="{DFC6B3CF-AF57-4535-B940-DD96BECD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1" name="Shape 409">
            <a:extLst xmlns:a="http://schemas.openxmlformats.org/drawingml/2006/main">
              <a:ext uri="{FF2B5EF4-FFF2-40B4-BE49-F238E27FC236}">
                <a16:creationId xmlns:a16="http://schemas.microsoft.com/office/drawing/2014/main" id="{082F593C-A2F4-4935-9AB1-717599A6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2" name="Shape 410">
            <a:extLst xmlns:a="http://schemas.openxmlformats.org/drawingml/2006/main">
              <a:ext uri="{FF2B5EF4-FFF2-40B4-BE49-F238E27FC236}">
                <a16:creationId xmlns:a16="http://schemas.microsoft.com/office/drawing/2014/main" id="{FF10F67F-B707-440B-8054-69CD9CEC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3" name="Shape 411">
            <a:extLst xmlns:a="http://schemas.openxmlformats.org/drawingml/2006/main">
              <a:ext uri="{FF2B5EF4-FFF2-40B4-BE49-F238E27FC236}">
                <a16:creationId xmlns:a16="http://schemas.microsoft.com/office/drawing/2014/main" id="{FF97BE94-9F6F-4B51-A822-DF900758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4" name="Shape 412">
            <a:extLst xmlns:a="http://schemas.openxmlformats.org/drawingml/2006/main">
              <a:ext uri="{FF2B5EF4-FFF2-40B4-BE49-F238E27FC236}">
                <a16:creationId xmlns:a16="http://schemas.microsoft.com/office/drawing/2014/main" id="{46872A02-B5C0-4D58-AF7D-CD163B70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5" name="Shape 413">
            <a:extLst xmlns:a="http://schemas.openxmlformats.org/drawingml/2006/main">
              <a:ext uri="{FF2B5EF4-FFF2-40B4-BE49-F238E27FC236}">
                <a16:creationId xmlns:a16="http://schemas.microsoft.com/office/drawing/2014/main" id="{7C179E32-2509-4C9E-90CF-360DFE21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6" name="Shape 414">
            <a:extLst xmlns:a="http://schemas.openxmlformats.org/drawingml/2006/main">
              <a:ext uri="{FF2B5EF4-FFF2-40B4-BE49-F238E27FC236}">
                <a16:creationId xmlns:a16="http://schemas.microsoft.com/office/drawing/2014/main" id="{208F56C0-E692-4618-9F59-8C0C54B7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7" name="Shape 415">
            <a:extLst xmlns:a="http://schemas.openxmlformats.org/drawingml/2006/main">
              <a:ext uri="{FF2B5EF4-FFF2-40B4-BE49-F238E27FC236}">
                <a16:creationId xmlns:a16="http://schemas.microsoft.com/office/drawing/2014/main" id="{A07AE281-0313-4B91-B659-E4BA7CE3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8" name="Shape 416">
            <a:extLst xmlns:a="http://schemas.openxmlformats.org/drawingml/2006/main">
              <a:ext uri="{FF2B5EF4-FFF2-40B4-BE49-F238E27FC236}">
                <a16:creationId xmlns:a16="http://schemas.microsoft.com/office/drawing/2014/main" id="{81B73DF1-2344-483F-A49A-AEC46AF8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19" name="Shape 417">
            <a:extLst xmlns:a="http://schemas.openxmlformats.org/drawingml/2006/main">
              <a:ext uri="{FF2B5EF4-FFF2-40B4-BE49-F238E27FC236}">
                <a16:creationId xmlns:a16="http://schemas.microsoft.com/office/drawing/2014/main" id="{96ECAE1D-FC75-4086-86FD-793D1694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0" name="Shape 418">
            <a:extLst xmlns:a="http://schemas.openxmlformats.org/drawingml/2006/main">
              <a:ext uri="{FF2B5EF4-FFF2-40B4-BE49-F238E27FC236}">
                <a16:creationId xmlns:a16="http://schemas.microsoft.com/office/drawing/2014/main" id="{2838EC1B-1B10-40B5-B4A0-7174FD13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1" name="Shape 419">
            <a:extLst xmlns:a="http://schemas.openxmlformats.org/drawingml/2006/main">
              <a:ext uri="{FF2B5EF4-FFF2-40B4-BE49-F238E27FC236}">
                <a16:creationId xmlns:a16="http://schemas.microsoft.com/office/drawing/2014/main" id="{149692BD-EDDF-492A-A6C4-B459491A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2" name="Shape 420">
            <a:extLst xmlns:a="http://schemas.openxmlformats.org/drawingml/2006/main">
              <a:ext uri="{FF2B5EF4-FFF2-40B4-BE49-F238E27FC236}">
                <a16:creationId xmlns:a16="http://schemas.microsoft.com/office/drawing/2014/main" id="{875B0547-3A0D-478E-A7B5-2F118705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3" name="Shape 421">
            <a:extLst xmlns:a="http://schemas.openxmlformats.org/drawingml/2006/main">
              <a:ext uri="{FF2B5EF4-FFF2-40B4-BE49-F238E27FC236}">
                <a16:creationId xmlns:a16="http://schemas.microsoft.com/office/drawing/2014/main" id="{781DEB29-D775-4CA1-893C-BB65D95C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4" name="Shape 422">
            <a:extLst xmlns:a="http://schemas.openxmlformats.org/drawingml/2006/main">
              <a:ext uri="{FF2B5EF4-FFF2-40B4-BE49-F238E27FC236}">
                <a16:creationId xmlns:a16="http://schemas.microsoft.com/office/drawing/2014/main" id="{8BFAE169-1E16-41D7-B665-BE43C031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5" name="Shape 423">
            <a:extLst xmlns:a="http://schemas.openxmlformats.org/drawingml/2006/main">
              <a:ext uri="{FF2B5EF4-FFF2-40B4-BE49-F238E27FC236}">
                <a16:creationId xmlns:a16="http://schemas.microsoft.com/office/drawing/2014/main" id="{E1DC82F9-D15C-448B-9916-963C3544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6" name="Shape 424">
            <a:extLst xmlns:a="http://schemas.openxmlformats.org/drawingml/2006/main">
              <a:ext uri="{FF2B5EF4-FFF2-40B4-BE49-F238E27FC236}">
                <a16:creationId xmlns:a16="http://schemas.microsoft.com/office/drawing/2014/main" id="{69254E4C-B101-4407-BC07-1DAA88D1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7" name="Shape 425">
            <a:extLst xmlns:a="http://schemas.openxmlformats.org/drawingml/2006/main">
              <a:ext uri="{FF2B5EF4-FFF2-40B4-BE49-F238E27FC236}">
                <a16:creationId xmlns:a16="http://schemas.microsoft.com/office/drawing/2014/main" id="{9B74EE19-3DF6-4BAD-836B-818DF955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8" name="Shape 426">
            <a:extLst xmlns:a="http://schemas.openxmlformats.org/drawingml/2006/main">
              <a:ext uri="{FF2B5EF4-FFF2-40B4-BE49-F238E27FC236}">
                <a16:creationId xmlns:a16="http://schemas.microsoft.com/office/drawing/2014/main" id="{F7071E81-5972-489F-8B00-7BF62F60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29" name="Shape 427">
            <a:extLst xmlns:a="http://schemas.openxmlformats.org/drawingml/2006/main">
              <a:ext uri="{FF2B5EF4-FFF2-40B4-BE49-F238E27FC236}">
                <a16:creationId xmlns:a16="http://schemas.microsoft.com/office/drawing/2014/main" id="{E0D6E3CC-83D5-4CAB-B144-23292D94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0" name="Shape 428">
            <a:extLst xmlns:a="http://schemas.openxmlformats.org/drawingml/2006/main">
              <a:ext uri="{FF2B5EF4-FFF2-40B4-BE49-F238E27FC236}">
                <a16:creationId xmlns:a16="http://schemas.microsoft.com/office/drawing/2014/main" id="{5A0419AA-797D-4F4E-A477-C3CF0206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1" name="Shape 429">
            <a:extLst xmlns:a="http://schemas.openxmlformats.org/drawingml/2006/main">
              <a:ext uri="{FF2B5EF4-FFF2-40B4-BE49-F238E27FC236}">
                <a16:creationId xmlns:a16="http://schemas.microsoft.com/office/drawing/2014/main" id="{E911911A-FFF2-4B47-800D-C6208D34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2" name="Shape 430">
            <a:extLst xmlns:a="http://schemas.openxmlformats.org/drawingml/2006/main">
              <a:ext uri="{FF2B5EF4-FFF2-40B4-BE49-F238E27FC236}">
                <a16:creationId xmlns:a16="http://schemas.microsoft.com/office/drawing/2014/main" id="{7AC2E6BF-348F-4565-81DF-A5BED9C2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3" name="Shape 431">
            <a:extLst xmlns:a="http://schemas.openxmlformats.org/drawingml/2006/main">
              <a:ext uri="{FF2B5EF4-FFF2-40B4-BE49-F238E27FC236}">
                <a16:creationId xmlns:a16="http://schemas.microsoft.com/office/drawing/2014/main" id="{5CCC8EA1-DF8E-4F72-BA4A-D248D9D4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4" name="Shape 432">
            <a:extLst xmlns:a="http://schemas.openxmlformats.org/drawingml/2006/main">
              <a:ext uri="{FF2B5EF4-FFF2-40B4-BE49-F238E27FC236}">
                <a16:creationId xmlns:a16="http://schemas.microsoft.com/office/drawing/2014/main" id="{445598D9-E400-41AE-9419-DD28A757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5" name="Shape 433">
            <a:extLst xmlns:a="http://schemas.openxmlformats.org/drawingml/2006/main">
              <a:ext uri="{FF2B5EF4-FFF2-40B4-BE49-F238E27FC236}">
                <a16:creationId xmlns:a16="http://schemas.microsoft.com/office/drawing/2014/main" id="{6BDB2E9F-8577-4FD3-9DBB-124F698F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6" name="Shape 434">
            <a:extLst xmlns:a="http://schemas.openxmlformats.org/drawingml/2006/main">
              <a:ext uri="{FF2B5EF4-FFF2-40B4-BE49-F238E27FC236}">
                <a16:creationId xmlns:a16="http://schemas.microsoft.com/office/drawing/2014/main" id="{E1B6CCDD-8473-4B23-99A9-97377030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7" name="Shape 435">
            <a:extLst xmlns:a="http://schemas.openxmlformats.org/drawingml/2006/main">
              <a:ext uri="{FF2B5EF4-FFF2-40B4-BE49-F238E27FC236}">
                <a16:creationId xmlns:a16="http://schemas.microsoft.com/office/drawing/2014/main" id="{977E6323-12E1-40E5-8A9B-94AB2B85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8" name="Shape 436">
            <a:extLst xmlns:a="http://schemas.openxmlformats.org/drawingml/2006/main">
              <a:ext uri="{FF2B5EF4-FFF2-40B4-BE49-F238E27FC236}">
                <a16:creationId xmlns:a16="http://schemas.microsoft.com/office/drawing/2014/main" id="{81433AC5-749D-47AC-841C-4F3A0983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39" name="Shape 437">
            <a:extLst xmlns:a="http://schemas.openxmlformats.org/drawingml/2006/main">
              <a:ext uri="{FF2B5EF4-FFF2-40B4-BE49-F238E27FC236}">
                <a16:creationId xmlns:a16="http://schemas.microsoft.com/office/drawing/2014/main" id="{EFD753DF-12CB-4BE3-BC22-8DB2167E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0" name="Shape 438">
            <a:extLst xmlns:a="http://schemas.openxmlformats.org/drawingml/2006/main">
              <a:ext uri="{FF2B5EF4-FFF2-40B4-BE49-F238E27FC236}">
                <a16:creationId xmlns:a16="http://schemas.microsoft.com/office/drawing/2014/main" id="{7A353CCC-482D-4B09-9464-6B687014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1" name="Shape 439">
            <a:extLst xmlns:a="http://schemas.openxmlformats.org/drawingml/2006/main">
              <a:ext uri="{FF2B5EF4-FFF2-40B4-BE49-F238E27FC236}">
                <a16:creationId xmlns:a16="http://schemas.microsoft.com/office/drawing/2014/main" id="{787916C5-02CB-4C6C-9C11-6005212B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2" name="Shape 440">
            <a:extLst xmlns:a="http://schemas.openxmlformats.org/drawingml/2006/main">
              <a:ext uri="{FF2B5EF4-FFF2-40B4-BE49-F238E27FC236}">
                <a16:creationId xmlns:a16="http://schemas.microsoft.com/office/drawing/2014/main" id="{E2C23757-83ED-4465-A382-510598A3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3" name="Shape 441">
            <a:extLst xmlns:a="http://schemas.openxmlformats.org/drawingml/2006/main">
              <a:ext uri="{FF2B5EF4-FFF2-40B4-BE49-F238E27FC236}">
                <a16:creationId xmlns:a16="http://schemas.microsoft.com/office/drawing/2014/main" id="{A7E8A1E7-7F2D-4A63-9FE1-5EB3B447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4" name="Shape 442">
            <a:extLst xmlns:a="http://schemas.openxmlformats.org/drawingml/2006/main">
              <a:ext uri="{FF2B5EF4-FFF2-40B4-BE49-F238E27FC236}">
                <a16:creationId xmlns:a16="http://schemas.microsoft.com/office/drawing/2014/main" id="{7A97FFC5-D03D-4FD9-AFE9-191151D7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5" name="Shape 443">
            <a:extLst xmlns:a="http://schemas.openxmlformats.org/drawingml/2006/main">
              <a:ext uri="{FF2B5EF4-FFF2-40B4-BE49-F238E27FC236}">
                <a16:creationId xmlns:a16="http://schemas.microsoft.com/office/drawing/2014/main" id="{0563B237-F5C4-48E6-8AD1-A26B61C2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6" name="Shape 444">
            <a:extLst xmlns:a="http://schemas.openxmlformats.org/drawingml/2006/main">
              <a:ext uri="{FF2B5EF4-FFF2-40B4-BE49-F238E27FC236}">
                <a16:creationId xmlns:a16="http://schemas.microsoft.com/office/drawing/2014/main" id="{9A0369E7-16CD-483E-9A69-8BB99A13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7" name="Shape 445">
            <a:extLst xmlns:a="http://schemas.openxmlformats.org/drawingml/2006/main">
              <a:ext uri="{FF2B5EF4-FFF2-40B4-BE49-F238E27FC236}">
                <a16:creationId xmlns:a16="http://schemas.microsoft.com/office/drawing/2014/main" id="{5D1A0DF9-F374-4FCE-9F99-245C5CF8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8" name="Shape 446">
            <a:extLst xmlns:a="http://schemas.openxmlformats.org/drawingml/2006/main">
              <a:ext uri="{FF2B5EF4-FFF2-40B4-BE49-F238E27FC236}">
                <a16:creationId xmlns:a16="http://schemas.microsoft.com/office/drawing/2014/main" id="{69F04731-69D7-473A-BB40-44A659D5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49" name="Shape 447">
            <a:extLst xmlns:a="http://schemas.openxmlformats.org/drawingml/2006/main">
              <a:ext uri="{FF2B5EF4-FFF2-40B4-BE49-F238E27FC236}">
                <a16:creationId xmlns:a16="http://schemas.microsoft.com/office/drawing/2014/main" id="{3E4995FA-E767-49E9-91DA-5EB238A8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0" name="Shape 448">
            <a:extLst xmlns:a="http://schemas.openxmlformats.org/drawingml/2006/main">
              <a:ext uri="{FF2B5EF4-FFF2-40B4-BE49-F238E27FC236}">
                <a16:creationId xmlns:a16="http://schemas.microsoft.com/office/drawing/2014/main" id="{451F4E37-EA69-4CE6-982D-8C62932A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1" name="Shape 449">
            <a:extLst xmlns:a="http://schemas.openxmlformats.org/drawingml/2006/main">
              <a:ext uri="{FF2B5EF4-FFF2-40B4-BE49-F238E27FC236}">
                <a16:creationId xmlns:a16="http://schemas.microsoft.com/office/drawing/2014/main" id="{CDE433AB-4676-4229-AF17-C8F7A8F5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2" name="Shape 450">
            <a:extLst xmlns:a="http://schemas.openxmlformats.org/drawingml/2006/main">
              <a:ext uri="{FF2B5EF4-FFF2-40B4-BE49-F238E27FC236}">
                <a16:creationId xmlns:a16="http://schemas.microsoft.com/office/drawing/2014/main" id="{76448E8A-2B11-4A7C-887A-47D1F0CD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3" name="Shape 451">
            <a:extLst xmlns:a="http://schemas.openxmlformats.org/drawingml/2006/main">
              <a:ext uri="{FF2B5EF4-FFF2-40B4-BE49-F238E27FC236}">
                <a16:creationId xmlns:a16="http://schemas.microsoft.com/office/drawing/2014/main" id="{E0C61BD3-266E-4C5F-B77B-C1046601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4" name="Shape 452">
            <a:extLst xmlns:a="http://schemas.openxmlformats.org/drawingml/2006/main">
              <a:ext uri="{FF2B5EF4-FFF2-40B4-BE49-F238E27FC236}">
                <a16:creationId xmlns:a16="http://schemas.microsoft.com/office/drawing/2014/main" id="{EF3A658D-9012-48D8-A862-43362E5F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5" name="Shape 453">
            <a:extLst xmlns:a="http://schemas.openxmlformats.org/drawingml/2006/main">
              <a:ext uri="{FF2B5EF4-FFF2-40B4-BE49-F238E27FC236}">
                <a16:creationId xmlns:a16="http://schemas.microsoft.com/office/drawing/2014/main" id="{1ECCEA1F-BD4B-4B06-96C0-87BF1ADB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6" name="Shape 454">
            <a:extLst xmlns:a="http://schemas.openxmlformats.org/drawingml/2006/main">
              <a:ext uri="{FF2B5EF4-FFF2-40B4-BE49-F238E27FC236}">
                <a16:creationId xmlns:a16="http://schemas.microsoft.com/office/drawing/2014/main" id="{B58E9025-9700-45B8-8006-8DBDE02E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7" name="Shape 455">
            <a:extLst xmlns:a="http://schemas.openxmlformats.org/drawingml/2006/main">
              <a:ext uri="{FF2B5EF4-FFF2-40B4-BE49-F238E27FC236}">
                <a16:creationId xmlns:a16="http://schemas.microsoft.com/office/drawing/2014/main" id="{19E7EFF3-8E65-4FB8-AC3F-9C6D0571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8" name="Shape 456">
            <a:extLst xmlns:a="http://schemas.openxmlformats.org/drawingml/2006/main">
              <a:ext uri="{FF2B5EF4-FFF2-40B4-BE49-F238E27FC236}">
                <a16:creationId xmlns:a16="http://schemas.microsoft.com/office/drawing/2014/main" id="{876969E9-9979-4AB1-8C99-6DB2B20E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59" name="Shape 457">
            <a:extLst xmlns:a="http://schemas.openxmlformats.org/drawingml/2006/main">
              <a:ext uri="{FF2B5EF4-FFF2-40B4-BE49-F238E27FC236}">
                <a16:creationId xmlns:a16="http://schemas.microsoft.com/office/drawing/2014/main" id="{7E13DAEA-25B4-406C-A93F-79E35B7B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0" name="Shape 458">
            <a:extLst xmlns:a="http://schemas.openxmlformats.org/drawingml/2006/main">
              <a:ext uri="{FF2B5EF4-FFF2-40B4-BE49-F238E27FC236}">
                <a16:creationId xmlns:a16="http://schemas.microsoft.com/office/drawing/2014/main" id="{62D28A07-087E-4440-B18F-4273209E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1" name="Shape 459">
            <a:extLst xmlns:a="http://schemas.openxmlformats.org/drawingml/2006/main">
              <a:ext uri="{FF2B5EF4-FFF2-40B4-BE49-F238E27FC236}">
                <a16:creationId xmlns:a16="http://schemas.microsoft.com/office/drawing/2014/main" id="{2D9B7602-4DEC-4415-A6CB-DB011A10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2" name="Shape 460">
            <a:extLst xmlns:a="http://schemas.openxmlformats.org/drawingml/2006/main">
              <a:ext uri="{FF2B5EF4-FFF2-40B4-BE49-F238E27FC236}">
                <a16:creationId xmlns:a16="http://schemas.microsoft.com/office/drawing/2014/main" id="{35B3C91F-A3F2-47FB-BAFB-58A063A3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3" name="Shape 461">
            <a:extLst xmlns:a="http://schemas.openxmlformats.org/drawingml/2006/main">
              <a:ext uri="{FF2B5EF4-FFF2-40B4-BE49-F238E27FC236}">
                <a16:creationId xmlns:a16="http://schemas.microsoft.com/office/drawing/2014/main" id="{76559E9B-4555-4A9F-A926-C90E326E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4" name="Shape 462">
            <a:extLst xmlns:a="http://schemas.openxmlformats.org/drawingml/2006/main">
              <a:ext uri="{FF2B5EF4-FFF2-40B4-BE49-F238E27FC236}">
                <a16:creationId xmlns:a16="http://schemas.microsoft.com/office/drawing/2014/main" id="{25646535-F6D4-4E4B-A2B2-0ABB9DB9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5" name="Shape 463">
            <a:extLst xmlns:a="http://schemas.openxmlformats.org/drawingml/2006/main">
              <a:ext uri="{FF2B5EF4-FFF2-40B4-BE49-F238E27FC236}">
                <a16:creationId xmlns:a16="http://schemas.microsoft.com/office/drawing/2014/main" id="{0DD2772B-0D07-4483-A285-14391EC3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6" name="Shape 464">
            <a:extLst xmlns:a="http://schemas.openxmlformats.org/drawingml/2006/main">
              <a:ext uri="{FF2B5EF4-FFF2-40B4-BE49-F238E27FC236}">
                <a16:creationId xmlns:a16="http://schemas.microsoft.com/office/drawing/2014/main" id="{BED40ADD-982D-4E7B-852F-45688E92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7" name="Shape 465">
            <a:extLst xmlns:a="http://schemas.openxmlformats.org/drawingml/2006/main">
              <a:ext uri="{FF2B5EF4-FFF2-40B4-BE49-F238E27FC236}">
                <a16:creationId xmlns:a16="http://schemas.microsoft.com/office/drawing/2014/main" id="{F9BF6359-A8F2-4066-9610-B9B28B8F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8" name="Shape 466">
            <a:extLst xmlns:a="http://schemas.openxmlformats.org/drawingml/2006/main">
              <a:ext uri="{FF2B5EF4-FFF2-40B4-BE49-F238E27FC236}">
                <a16:creationId xmlns:a16="http://schemas.microsoft.com/office/drawing/2014/main" id="{90EF144F-D283-4C5E-BA09-DEA1B0F8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69" name="Shape 467">
            <a:extLst xmlns:a="http://schemas.openxmlformats.org/drawingml/2006/main">
              <a:ext uri="{FF2B5EF4-FFF2-40B4-BE49-F238E27FC236}">
                <a16:creationId xmlns:a16="http://schemas.microsoft.com/office/drawing/2014/main" id="{E587FAF8-41FF-4386-A7C3-FD4AEF3C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0" name="Shape 468">
            <a:extLst xmlns:a="http://schemas.openxmlformats.org/drawingml/2006/main">
              <a:ext uri="{FF2B5EF4-FFF2-40B4-BE49-F238E27FC236}">
                <a16:creationId xmlns:a16="http://schemas.microsoft.com/office/drawing/2014/main" id="{0AADD8D4-9410-47F8-A040-47068794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1" name="Shape 469">
            <a:extLst xmlns:a="http://schemas.openxmlformats.org/drawingml/2006/main">
              <a:ext uri="{FF2B5EF4-FFF2-40B4-BE49-F238E27FC236}">
                <a16:creationId xmlns:a16="http://schemas.microsoft.com/office/drawing/2014/main" id="{6A914FB0-549B-45CD-831B-43FF6D39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2" name="Shape 470">
            <a:extLst xmlns:a="http://schemas.openxmlformats.org/drawingml/2006/main">
              <a:ext uri="{FF2B5EF4-FFF2-40B4-BE49-F238E27FC236}">
                <a16:creationId xmlns:a16="http://schemas.microsoft.com/office/drawing/2014/main" id="{A5D0AC2C-1A90-44B6-A3B9-D4178B80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3" name="Shape 471">
            <a:extLst xmlns:a="http://schemas.openxmlformats.org/drawingml/2006/main">
              <a:ext uri="{FF2B5EF4-FFF2-40B4-BE49-F238E27FC236}">
                <a16:creationId xmlns:a16="http://schemas.microsoft.com/office/drawing/2014/main" id="{9653E5F1-E828-4CBE-A153-D5E9DA23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4" name="Shape 472">
            <a:extLst xmlns:a="http://schemas.openxmlformats.org/drawingml/2006/main">
              <a:ext uri="{FF2B5EF4-FFF2-40B4-BE49-F238E27FC236}">
                <a16:creationId xmlns:a16="http://schemas.microsoft.com/office/drawing/2014/main" id="{6A1389E0-6A33-4F93-A645-5CEC400F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5" name="Shape 473">
            <a:extLst xmlns:a="http://schemas.openxmlformats.org/drawingml/2006/main">
              <a:ext uri="{FF2B5EF4-FFF2-40B4-BE49-F238E27FC236}">
                <a16:creationId xmlns:a16="http://schemas.microsoft.com/office/drawing/2014/main" id="{3852D933-4D1B-4354-8CB0-E0E68F0E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6" name="Shape 474">
            <a:extLst xmlns:a="http://schemas.openxmlformats.org/drawingml/2006/main">
              <a:ext uri="{FF2B5EF4-FFF2-40B4-BE49-F238E27FC236}">
                <a16:creationId xmlns:a16="http://schemas.microsoft.com/office/drawing/2014/main" id="{3CB75A64-2B3A-4E28-B0F8-49DDE661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7" name="Shape 475">
            <a:extLst xmlns:a="http://schemas.openxmlformats.org/drawingml/2006/main">
              <a:ext uri="{FF2B5EF4-FFF2-40B4-BE49-F238E27FC236}">
                <a16:creationId xmlns:a16="http://schemas.microsoft.com/office/drawing/2014/main" id="{BA0618E7-EBFB-48E7-9F81-D14CE248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8" name="Shape 476">
            <a:extLst xmlns:a="http://schemas.openxmlformats.org/drawingml/2006/main">
              <a:ext uri="{FF2B5EF4-FFF2-40B4-BE49-F238E27FC236}">
                <a16:creationId xmlns:a16="http://schemas.microsoft.com/office/drawing/2014/main" id="{E6203CF4-E666-4386-956C-DC3391DB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79" name="Shape 477">
            <a:extLst xmlns:a="http://schemas.openxmlformats.org/drawingml/2006/main">
              <a:ext uri="{FF2B5EF4-FFF2-40B4-BE49-F238E27FC236}">
                <a16:creationId xmlns:a16="http://schemas.microsoft.com/office/drawing/2014/main" id="{F75FC479-A2E5-4A03-B367-FB32749B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0" name="Shape 478">
            <a:extLst xmlns:a="http://schemas.openxmlformats.org/drawingml/2006/main">
              <a:ext uri="{FF2B5EF4-FFF2-40B4-BE49-F238E27FC236}">
                <a16:creationId xmlns:a16="http://schemas.microsoft.com/office/drawing/2014/main" id="{690EF41D-46DE-4A14-AE56-5332EF5C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1" name="Shape 479">
            <a:extLst xmlns:a="http://schemas.openxmlformats.org/drawingml/2006/main">
              <a:ext uri="{FF2B5EF4-FFF2-40B4-BE49-F238E27FC236}">
                <a16:creationId xmlns:a16="http://schemas.microsoft.com/office/drawing/2014/main" id="{08639265-2B54-4257-B230-BA260F62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2" name="Shape 480">
            <a:extLst xmlns:a="http://schemas.openxmlformats.org/drawingml/2006/main">
              <a:ext uri="{FF2B5EF4-FFF2-40B4-BE49-F238E27FC236}">
                <a16:creationId xmlns:a16="http://schemas.microsoft.com/office/drawing/2014/main" id="{383B8F31-EC50-4A1A-9B44-5494A808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3" name="Shape 481">
            <a:extLst xmlns:a="http://schemas.openxmlformats.org/drawingml/2006/main">
              <a:ext uri="{FF2B5EF4-FFF2-40B4-BE49-F238E27FC236}">
                <a16:creationId xmlns:a16="http://schemas.microsoft.com/office/drawing/2014/main" id="{39842E04-0562-4B48-8B06-164C0395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4" name="Shape 482">
            <a:extLst xmlns:a="http://schemas.openxmlformats.org/drawingml/2006/main">
              <a:ext uri="{FF2B5EF4-FFF2-40B4-BE49-F238E27FC236}">
                <a16:creationId xmlns:a16="http://schemas.microsoft.com/office/drawing/2014/main" id="{5850AA9C-708D-43AD-A715-85C20F12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5" name="Shape 483">
            <a:extLst xmlns:a="http://schemas.openxmlformats.org/drawingml/2006/main">
              <a:ext uri="{FF2B5EF4-FFF2-40B4-BE49-F238E27FC236}">
                <a16:creationId xmlns:a16="http://schemas.microsoft.com/office/drawing/2014/main" id="{F21916A8-295C-4AEB-B343-523EEDC3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6" name="Shape 484">
            <a:extLst xmlns:a="http://schemas.openxmlformats.org/drawingml/2006/main">
              <a:ext uri="{FF2B5EF4-FFF2-40B4-BE49-F238E27FC236}">
                <a16:creationId xmlns:a16="http://schemas.microsoft.com/office/drawing/2014/main" id="{B788AB56-6C77-48B8-AE97-3D91D703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7" name="Shape 485">
            <a:extLst xmlns:a="http://schemas.openxmlformats.org/drawingml/2006/main">
              <a:ext uri="{FF2B5EF4-FFF2-40B4-BE49-F238E27FC236}">
                <a16:creationId xmlns:a16="http://schemas.microsoft.com/office/drawing/2014/main" id="{A82AB91B-2328-4666-8D88-DD8B73CC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8" name="Shape 486">
            <a:extLst xmlns:a="http://schemas.openxmlformats.org/drawingml/2006/main">
              <a:ext uri="{FF2B5EF4-FFF2-40B4-BE49-F238E27FC236}">
                <a16:creationId xmlns:a16="http://schemas.microsoft.com/office/drawing/2014/main" id="{D88FBD1B-EFC1-4364-90B0-FA67E310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89" name="Shape 487">
            <a:extLst xmlns:a="http://schemas.openxmlformats.org/drawingml/2006/main">
              <a:ext uri="{FF2B5EF4-FFF2-40B4-BE49-F238E27FC236}">
                <a16:creationId xmlns:a16="http://schemas.microsoft.com/office/drawing/2014/main" id="{4A7B8FBF-7F17-4B43-A76D-F43C9CA3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0" name="Shape 488">
            <a:extLst xmlns:a="http://schemas.openxmlformats.org/drawingml/2006/main">
              <a:ext uri="{FF2B5EF4-FFF2-40B4-BE49-F238E27FC236}">
                <a16:creationId xmlns:a16="http://schemas.microsoft.com/office/drawing/2014/main" id="{CE49D81D-0F19-4772-A058-28E173B0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1" name="Shape 489">
            <a:extLst xmlns:a="http://schemas.openxmlformats.org/drawingml/2006/main">
              <a:ext uri="{FF2B5EF4-FFF2-40B4-BE49-F238E27FC236}">
                <a16:creationId xmlns:a16="http://schemas.microsoft.com/office/drawing/2014/main" id="{4B997BBC-B677-4A36-9641-3755F318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2" name="Shape 490">
            <a:extLst xmlns:a="http://schemas.openxmlformats.org/drawingml/2006/main">
              <a:ext uri="{FF2B5EF4-FFF2-40B4-BE49-F238E27FC236}">
                <a16:creationId xmlns:a16="http://schemas.microsoft.com/office/drawing/2014/main" id="{C84697B1-1490-4724-B353-C9836BF8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3" name="Shape 491">
            <a:extLst xmlns:a="http://schemas.openxmlformats.org/drawingml/2006/main">
              <a:ext uri="{FF2B5EF4-FFF2-40B4-BE49-F238E27FC236}">
                <a16:creationId xmlns:a16="http://schemas.microsoft.com/office/drawing/2014/main" id="{A6D4B90E-359F-4E25-B0D7-460C151E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4" name="Shape 492">
            <a:extLst xmlns:a="http://schemas.openxmlformats.org/drawingml/2006/main">
              <a:ext uri="{FF2B5EF4-FFF2-40B4-BE49-F238E27FC236}">
                <a16:creationId xmlns:a16="http://schemas.microsoft.com/office/drawing/2014/main" id="{CCB5F1FF-80D2-4428-AE02-9EF036F0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5" name="Shape 493">
            <a:extLst xmlns:a="http://schemas.openxmlformats.org/drawingml/2006/main">
              <a:ext uri="{FF2B5EF4-FFF2-40B4-BE49-F238E27FC236}">
                <a16:creationId xmlns:a16="http://schemas.microsoft.com/office/drawing/2014/main" id="{E623590B-DDE9-402E-A290-85D6968F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6" name="Shape 494">
            <a:extLst xmlns:a="http://schemas.openxmlformats.org/drawingml/2006/main">
              <a:ext uri="{FF2B5EF4-FFF2-40B4-BE49-F238E27FC236}">
                <a16:creationId xmlns:a16="http://schemas.microsoft.com/office/drawing/2014/main" id="{AD50D807-2FF1-4D1A-8524-A90A596B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7" name="Shape 495">
            <a:extLst xmlns:a="http://schemas.openxmlformats.org/drawingml/2006/main">
              <a:ext uri="{FF2B5EF4-FFF2-40B4-BE49-F238E27FC236}">
                <a16:creationId xmlns:a16="http://schemas.microsoft.com/office/drawing/2014/main" id="{5D9B63F8-F72F-4F9C-98AB-9247FC10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8" name="Shape 496">
            <a:extLst xmlns:a="http://schemas.openxmlformats.org/drawingml/2006/main">
              <a:ext uri="{FF2B5EF4-FFF2-40B4-BE49-F238E27FC236}">
                <a16:creationId xmlns:a16="http://schemas.microsoft.com/office/drawing/2014/main" id="{3FD2F075-631E-428C-BB25-0F1540D0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499" name="Shape 497">
            <a:extLst xmlns:a="http://schemas.openxmlformats.org/drawingml/2006/main">
              <a:ext uri="{FF2B5EF4-FFF2-40B4-BE49-F238E27FC236}">
                <a16:creationId xmlns:a16="http://schemas.microsoft.com/office/drawing/2014/main" id="{F70AEDFA-91DC-43D1-ADF3-F4A24C6E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0" name="Shape 498">
            <a:extLst xmlns:a="http://schemas.openxmlformats.org/drawingml/2006/main">
              <a:ext uri="{FF2B5EF4-FFF2-40B4-BE49-F238E27FC236}">
                <a16:creationId xmlns:a16="http://schemas.microsoft.com/office/drawing/2014/main" id="{73829E71-A58F-4472-A0D6-953D8111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1" name="Shape 499">
            <a:extLst xmlns:a="http://schemas.openxmlformats.org/drawingml/2006/main">
              <a:ext uri="{FF2B5EF4-FFF2-40B4-BE49-F238E27FC236}">
                <a16:creationId xmlns:a16="http://schemas.microsoft.com/office/drawing/2014/main" id="{161319CB-795A-4B87-81E3-FCC2BC99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2" name="Shape 500">
            <a:extLst xmlns:a="http://schemas.openxmlformats.org/drawingml/2006/main">
              <a:ext uri="{FF2B5EF4-FFF2-40B4-BE49-F238E27FC236}">
                <a16:creationId xmlns:a16="http://schemas.microsoft.com/office/drawing/2014/main" id="{AC249BF5-1F85-4370-89A1-9D5A8586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3" name="Shape 501">
            <a:extLst xmlns:a="http://schemas.openxmlformats.org/drawingml/2006/main">
              <a:ext uri="{FF2B5EF4-FFF2-40B4-BE49-F238E27FC236}">
                <a16:creationId xmlns:a16="http://schemas.microsoft.com/office/drawing/2014/main" id="{6E8622BA-C198-40D2-AB1C-048F6F16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4" name="Shape 502">
            <a:extLst xmlns:a="http://schemas.openxmlformats.org/drawingml/2006/main">
              <a:ext uri="{FF2B5EF4-FFF2-40B4-BE49-F238E27FC236}">
                <a16:creationId xmlns:a16="http://schemas.microsoft.com/office/drawing/2014/main" id="{F0CC8142-C0F6-4B6E-841C-1591CEF8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5" name="Shape 503">
            <a:extLst xmlns:a="http://schemas.openxmlformats.org/drawingml/2006/main">
              <a:ext uri="{FF2B5EF4-FFF2-40B4-BE49-F238E27FC236}">
                <a16:creationId xmlns:a16="http://schemas.microsoft.com/office/drawing/2014/main" id="{802D31AE-52AF-47BF-BBD9-7A786226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6" name="Shape 504">
            <a:extLst xmlns:a="http://schemas.openxmlformats.org/drawingml/2006/main">
              <a:ext uri="{FF2B5EF4-FFF2-40B4-BE49-F238E27FC236}">
                <a16:creationId xmlns:a16="http://schemas.microsoft.com/office/drawing/2014/main" id="{A7EE200A-9D9E-46DF-868E-8232687A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7" name="Shape 505">
            <a:extLst xmlns:a="http://schemas.openxmlformats.org/drawingml/2006/main">
              <a:ext uri="{FF2B5EF4-FFF2-40B4-BE49-F238E27FC236}">
                <a16:creationId xmlns:a16="http://schemas.microsoft.com/office/drawing/2014/main" id="{A5863F5B-B05B-4480-A59E-A9F1344F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8" name="Shape 506">
            <a:extLst xmlns:a="http://schemas.openxmlformats.org/drawingml/2006/main">
              <a:ext uri="{FF2B5EF4-FFF2-40B4-BE49-F238E27FC236}">
                <a16:creationId xmlns:a16="http://schemas.microsoft.com/office/drawing/2014/main" id="{CEFFCC76-831D-42D8-9771-9250D091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09" name="Shape 507">
            <a:extLst xmlns:a="http://schemas.openxmlformats.org/drawingml/2006/main">
              <a:ext uri="{FF2B5EF4-FFF2-40B4-BE49-F238E27FC236}">
                <a16:creationId xmlns:a16="http://schemas.microsoft.com/office/drawing/2014/main" id="{38540432-71E0-4085-A28D-725F0BB5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0" name="Shape 508">
            <a:extLst xmlns:a="http://schemas.openxmlformats.org/drawingml/2006/main">
              <a:ext uri="{FF2B5EF4-FFF2-40B4-BE49-F238E27FC236}">
                <a16:creationId xmlns:a16="http://schemas.microsoft.com/office/drawing/2014/main" id="{A03647BF-ACA0-4730-AE4A-72045DF7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1" name="Shape 509">
            <a:extLst xmlns:a="http://schemas.openxmlformats.org/drawingml/2006/main">
              <a:ext uri="{FF2B5EF4-FFF2-40B4-BE49-F238E27FC236}">
                <a16:creationId xmlns:a16="http://schemas.microsoft.com/office/drawing/2014/main" id="{C04E99E6-064F-4F64-A508-949B0DC6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2" name="Shape 510">
            <a:extLst xmlns:a="http://schemas.openxmlformats.org/drawingml/2006/main">
              <a:ext uri="{FF2B5EF4-FFF2-40B4-BE49-F238E27FC236}">
                <a16:creationId xmlns:a16="http://schemas.microsoft.com/office/drawing/2014/main" id="{A152F7B9-D4F1-4A47-9AD2-2E75AE0E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3" name="Shape 511">
            <a:extLst xmlns:a="http://schemas.openxmlformats.org/drawingml/2006/main">
              <a:ext uri="{FF2B5EF4-FFF2-40B4-BE49-F238E27FC236}">
                <a16:creationId xmlns:a16="http://schemas.microsoft.com/office/drawing/2014/main" id="{D451BBC1-86E9-4533-870E-B130827E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4" name="Shape 512">
            <a:extLst xmlns:a="http://schemas.openxmlformats.org/drawingml/2006/main">
              <a:ext uri="{FF2B5EF4-FFF2-40B4-BE49-F238E27FC236}">
                <a16:creationId xmlns:a16="http://schemas.microsoft.com/office/drawing/2014/main" id="{B49690DD-15B8-46C4-831C-081363FA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5" name="Shape 513">
            <a:extLst xmlns:a="http://schemas.openxmlformats.org/drawingml/2006/main">
              <a:ext uri="{FF2B5EF4-FFF2-40B4-BE49-F238E27FC236}">
                <a16:creationId xmlns:a16="http://schemas.microsoft.com/office/drawing/2014/main" id="{C545218E-A2D7-4244-896D-CFDB4F55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6" name="Shape 514">
            <a:extLst xmlns:a="http://schemas.openxmlformats.org/drawingml/2006/main">
              <a:ext uri="{FF2B5EF4-FFF2-40B4-BE49-F238E27FC236}">
                <a16:creationId xmlns:a16="http://schemas.microsoft.com/office/drawing/2014/main" id="{D1790AFB-F0A6-4C3A-BA8E-1CDF9F2F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7" name="Shape 515">
            <a:extLst xmlns:a="http://schemas.openxmlformats.org/drawingml/2006/main">
              <a:ext uri="{FF2B5EF4-FFF2-40B4-BE49-F238E27FC236}">
                <a16:creationId xmlns:a16="http://schemas.microsoft.com/office/drawing/2014/main" id="{08847543-45F6-47F0-8F65-BE95A169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8" name="Shape 516">
            <a:extLst xmlns:a="http://schemas.openxmlformats.org/drawingml/2006/main">
              <a:ext uri="{FF2B5EF4-FFF2-40B4-BE49-F238E27FC236}">
                <a16:creationId xmlns:a16="http://schemas.microsoft.com/office/drawing/2014/main" id="{20A8E8B7-305F-4C09-A317-2219A043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19" name="Shape 517">
            <a:extLst xmlns:a="http://schemas.openxmlformats.org/drawingml/2006/main">
              <a:ext uri="{FF2B5EF4-FFF2-40B4-BE49-F238E27FC236}">
                <a16:creationId xmlns:a16="http://schemas.microsoft.com/office/drawing/2014/main" id="{AEC27302-22BC-4DC8-8F19-B6289BBE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0" name="Shape 518">
            <a:extLst xmlns:a="http://schemas.openxmlformats.org/drawingml/2006/main">
              <a:ext uri="{FF2B5EF4-FFF2-40B4-BE49-F238E27FC236}">
                <a16:creationId xmlns:a16="http://schemas.microsoft.com/office/drawing/2014/main" id="{B3E73B30-FDEB-4F43-84D8-F0BC7C40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1" name="Shape 519">
            <a:extLst xmlns:a="http://schemas.openxmlformats.org/drawingml/2006/main">
              <a:ext uri="{FF2B5EF4-FFF2-40B4-BE49-F238E27FC236}">
                <a16:creationId xmlns:a16="http://schemas.microsoft.com/office/drawing/2014/main" id="{4838C04F-B655-420B-B3C9-979A0A60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2" name="Shape 520">
            <a:extLst xmlns:a="http://schemas.openxmlformats.org/drawingml/2006/main">
              <a:ext uri="{FF2B5EF4-FFF2-40B4-BE49-F238E27FC236}">
                <a16:creationId xmlns:a16="http://schemas.microsoft.com/office/drawing/2014/main" id="{631628B8-6719-4A47-A28F-F59484AF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3" name="Shape 521">
            <a:extLst xmlns:a="http://schemas.openxmlformats.org/drawingml/2006/main">
              <a:ext uri="{FF2B5EF4-FFF2-40B4-BE49-F238E27FC236}">
                <a16:creationId xmlns:a16="http://schemas.microsoft.com/office/drawing/2014/main" id="{2F8C12D2-568A-4CB5-8BFF-A6FFEF0E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4" name="Shape 522">
            <a:extLst xmlns:a="http://schemas.openxmlformats.org/drawingml/2006/main">
              <a:ext uri="{FF2B5EF4-FFF2-40B4-BE49-F238E27FC236}">
                <a16:creationId xmlns:a16="http://schemas.microsoft.com/office/drawing/2014/main" id="{B0C095C2-2539-4A9A-95C3-78E56FBF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5" name="Shape 523">
            <a:extLst xmlns:a="http://schemas.openxmlformats.org/drawingml/2006/main">
              <a:ext uri="{FF2B5EF4-FFF2-40B4-BE49-F238E27FC236}">
                <a16:creationId xmlns:a16="http://schemas.microsoft.com/office/drawing/2014/main" id="{09A13412-A59A-4EF6-B0F1-E580FAE2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6" name="Shape 524">
            <a:extLst xmlns:a="http://schemas.openxmlformats.org/drawingml/2006/main">
              <a:ext uri="{FF2B5EF4-FFF2-40B4-BE49-F238E27FC236}">
                <a16:creationId xmlns:a16="http://schemas.microsoft.com/office/drawing/2014/main" id="{F430EB1A-0D62-4613-B966-52802276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7" name="Shape 525">
            <a:extLst xmlns:a="http://schemas.openxmlformats.org/drawingml/2006/main">
              <a:ext uri="{FF2B5EF4-FFF2-40B4-BE49-F238E27FC236}">
                <a16:creationId xmlns:a16="http://schemas.microsoft.com/office/drawing/2014/main" id="{E67DC71B-ACEB-4173-9587-D3307A8A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8" name="Shape 526">
            <a:extLst xmlns:a="http://schemas.openxmlformats.org/drawingml/2006/main">
              <a:ext uri="{FF2B5EF4-FFF2-40B4-BE49-F238E27FC236}">
                <a16:creationId xmlns:a16="http://schemas.microsoft.com/office/drawing/2014/main" id="{5AF029EC-0839-41BE-810F-10CE4824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29" name="Shape 527">
            <a:extLst xmlns:a="http://schemas.openxmlformats.org/drawingml/2006/main">
              <a:ext uri="{FF2B5EF4-FFF2-40B4-BE49-F238E27FC236}">
                <a16:creationId xmlns:a16="http://schemas.microsoft.com/office/drawing/2014/main" id="{96EE468F-FF42-41E7-A6C8-820C625F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0" name="Shape 528">
            <a:extLst xmlns:a="http://schemas.openxmlformats.org/drawingml/2006/main">
              <a:ext uri="{FF2B5EF4-FFF2-40B4-BE49-F238E27FC236}">
                <a16:creationId xmlns:a16="http://schemas.microsoft.com/office/drawing/2014/main" id="{57F28DA4-4BE8-4975-853E-F0406199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1" name="Shape 529">
            <a:extLst xmlns:a="http://schemas.openxmlformats.org/drawingml/2006/main">
              <a:ext uri="{FF2B5EF4-FFF2-40B4-BE49-F238E27FC236}">
                <a16:creationId xmlns:a16="http://schemas.microsoft.com/office/drawing/2014/main" id="{863BB560-73CA-4AE6-BA3A-BCC2850F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2" name="Shape 530">
            <a:extLst xmlns:a="http://schemas.openxmlformats.org/drawingml/2006/main">
              <a:ext uri="{FF2B5EF4-FFF2-40B4-BE49-F238E27FC236}">
                <a16:creationId xmlns:a16="http://schemas.microsoft.com/office/drawing/2014/main" id="{461006D0-5063-4C3B-9468-B104F62A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3" name="Shape 531">
            <a:extLst xmlns:a="http://schemas.openxmlformats.org/drawingml/2006/main">
              <a:ext uri="{FF2B5EF4-FFF2-40B4-BE49-F238E27FC236}">
                <a16:creationId xmlns:a16="http://schemas.microsoft.com/office/drawing/2014/main" id="{DF37F5DA-84BB-404F-9809-BB8BFA9A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4" name="Shape 532">
            <a:extLst xmlns:a="http://schemas.openxmlformats.org/drawingml/2006/main">
              <a:ext uri="{FF2B5EF4-FFF2-40B4-BE49-F238E27FC236}">
                <a16:creationId xmlns:a16="http://schemas.microsoft.com/office/drawing/2014/main" id="{1D63CA61-695B-4486-B53D-D238FB9D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5" name="Shape 533">
            <a:extLst xmlns:a="http://schemas.openxmlformats.org/drawingml/2006/main">
              <a:ext uri="{FF2B5EF4-FFF2-40B4-BE49-F238E27FC236}">
                <a16:creationId xmlns:a16="http://schemas.microsoft.com/office/drawing/2014/main" id="{FFFA73DC-E581-4386-9DB2-7E631AA3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6" name="Shape 534">
            <a:extLst xmlns:a="http://schemas.openxmlformats.org/drawingml/2006/main">
              <a:ext uri="{FF2B5EF4-FFF2-40B4-BE49-F238E27FC236}">
                <a16:creationId xmlns:a16="http://schemas.microsoft.com/office/drawing/2014/main" id="{35EC0D27-BAFA-4419-A04E-D606F840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7" name="Shape 535">
            <a:extLst xmlns:a="http://schemas.openxmlformats.org/drawingml/2006/main">
              <a:ext uri="{FF2B5EF4-FFF2-40B4-BE49-F238E27FC236}">
                <a16:creationId xmlns:a16="http://schemas.microsoft.com/office/drawing/2014/main" id="{1F37E903-02B9-4A75-89A4-0A022BD9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8" name="Shape 536">
            <a:extLst xmlns:a="http://schemas.openxmlformats.org/drawingml/2006/main">
              <a:ext uri="{FF2B5EF4-FFF2-40B4-BE49-F238E27FC236}">
                <a16:creationId xmlns:a16="http://schemas.microsoft.com/office/drawing/2014/main" id="{46B4F914-7F91-4DD2-B48C-AB3F3F88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39" name="Shape 537">
            <a:extLst xmlns:a="http://schemas.openxmlformats.org/drawingml/2006/main">
              <a:ext uri="{FF2B5EF4-FFF2-40B4-BE49-F238E27FC236}">
                <a16:creationId xmlns:a16="http://schemas.microsoft.com/office/drawing/2014/main" id="{F01B6736-451C-4464-BC5B-8DDAC3A5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0" name="Shape 538">
            <a:extLst xmlns:a="http://schemas.openxmlformats.org/drawingml/2006/main">
              <a:ext uri="{FF2B5EF4-FFF2-40B4-BE49-F238E27FC236}">
                <a16:creationId xmlns:a16="http://schemas.microsoft.com/office/drawing/2014/main" id="{0FD63CA2-BC63-4589-9194-5AA8A4D6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1" name="Shape 539">
            <a:extLst xmlns:a="http://schemas.openxmlformats.org/drawingml/2006/main">
              <a:ext uri="{FF2B5EF4-FFF2-40B4-BE49-F238E27FC236}">
                <a16:creationId xmlns:a16="http://schemas.microsoft.com/office/drawing/2014/main" id="{F4810F7B-9E98-4676-8F32-2A8D75C1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2" name="Shape 540">
            <a:extLst xmlns:a="http://schemas.openxmlformats.org/drawingml/2006/main">
              <a:ext uri="{FF2B5EF4-FFF2-40B4-BE49-F238E27FC236}">
                <a16:creationId xmlns:a16="http://schemas.microsoft.com/office/drawing/2014/main" id="{CAC49D54-B70B-4688-A5F2-BB983137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3" name="Shape 541">
            <a:extLst xmlns:a="http://schemas.openxmlformats.org/drawingml/2006/main">
              <a:ext uri="{FF2B5EF4-FFF2-40B4-BE49-F238E27FC236}">
                <a16:creationId xmlns:a16="http://schemas.microsoft.com/office/drawing/2014/main" id="{792A965E-DDF3-40EE-946A-634AB549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4" name="Shape 542">
            <a:extLst xmlns:a="http://schemas.openxmlformats.org/drawingml/2006/main">
              <a:ext uri="{FF2B5EF4-FFF2-40B4-BE49-F238E27FC236}">
                <a16:creationId xmlns:a16="http://schemas.microsoft.com/office/drawing/2014/main" id="{0DF8BE12-F841-4772-AA49-04DCB33C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5" name="Shape 543">
            <a:extLst xmlns:a="http://schemas.openxmlformats.org/drawingml/2006/main">
              <a:ext uri="{FF2B5EF4-FFF2-40B4-BE49-F238E27FC236}">
                <a16:creationId xmlns:a16="http://schemas.microsoft.com/office/drawing/2014/main" id="{2ED20C2E-4ABA-456D-83AF-51D90A3D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6" name="Shape 544">
            <a:extLst xmlns:a="http://schemas.openxmlformats.org/drawingml/2006/main">
              <a:ext uri="{FF2B5EF4-FFF2-40B4-BE49-F238E27FC236}">
                <a16:creationId xmlns:a16="http://schemas.microsoft.com/office/drawing/2014/main" id="{1BB01CB0-10E0-44AC-A8A5-AB3256F5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7" name="Shape 545">
            <a:extLst xmlns:a="http://schemas.openxmlformats.org/drawingml/2006/main">
              <a:ext uri="{FF2B5EF4-FFF2-40B4-BE49-F238E27FC236}">
                <a16:creationId xmlns:a16="http://schemas.microsoft.com/office/drawing/2014/main" id="{48236E85-A5C0-43C6-A160-572D9EA5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8" name="Shape 546">
            <a:extLst xmlns:a="http://schemas.openxmlformats.org/drawingml/2006/main">
              <a:ext uri="{FF2B5EF4-FFF2-40B4-BE49-F238E27FC236}">
                <a16:creationId xmlns:a16="http://schemas.microsoft.com/office/drawing/2014/main" id="{E26519BD-144E-408C-BADA-881C722A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49" name="Shape 547">
            <a:extLst xmlns:a="http://schemas.openxmlformats.org/drawingml/2006/main">
              <a:ext uri="{FF2B5EF4-FFF2-40B4-BE49-F238E27FC236}">
                <a16:creationId xmlns:a16="http://schemas.microsoft.com/office/drawing/2014/main" id="{B487DBC4-7F5F-4DBD-B426-1CC19B9A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0" name="Shape 548">
            <a:extLst xmlns:a="http://schemas.openxmlformats.org/drawingml/2006/main">
              <a:ext uri="{FF2B5EF4-FFF2-40B4-BE49-F238E27FC236}">
                <a16:creationId xmlns:a16="http://schemas.microsoft.com/office/drawing/2014/main" id="{E07BCD20-842E-48D6-8703-2E434DC6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1" name="Shape 549">
            <a:extLst xmlns:a="http://schemas.openxmlformats.org/drawingml/2006/main">
              <a:ext uri="{FF2B5EF4-FFF2-40B4-BE49-F238E27FC236}">
                <a16:creationId xmlns:a16="http://schemas.microsoft.com/office/drawing/2014/main" id="{96910C82-DBDD-436B-BBCA-EEB71B64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2" name="Shape 550">
            <a:extLst xmlns:a="http://schemas.openxmlformats.org/drawingml/2006/main">
              <a:ext uri="{FF2B5EF4-FFF2-40B4-BE49-F238E27FC236}">
                <a16:creationId xmlns:a16="http://schemas.microsoft.com/office/drawing/2014/main" id="{A22D1053-3381-497A-8BE9-74754116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3" name="Shape 551">
            <a:extLst xmlns:a="http://schemas.openxmlformats.org/drawingml/2006/main">
              <a:ext uri="{FF2B5EF4-FFF2-40B4-BE49-F238E27FC236}">
                <a16:creationId xmlns:a16="http://schemas.microsoft.com/office/drawing/2014/main" id="{8A7E182E-F9CB-41E5-8E76-F62BC493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4" name="Shape 552">
            <a:extLst xmlns:a="http://schemas.openxmlformats.org/drawingml/2006/main">
              <a:ext uri="{FF2B5EF4-FFF2-40B4-BE49-F238E27FC236}">
                <a16:creationId xmlns:a16="http://schemas.microsoft.com/office/drawing/2014/main" id="{F1762ECD-2DA9-49D6-998C-22F946BF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5" name="Shape 553">
            <a:extLst xmlns:a="http://schemas.openxmlformats.org/drawingml/2006/main">
              <a:ext uri="{FF2B5EF4-FFF2-40B4-BE49-F238E27FC236}">
                <a16:creationId xmlns:a16="http://schemas.microsoft.com/office/drawing/2014/main" id="{2F17BCE8-12CA-4565-9EB3-BE7514D6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6" name="Shape 554">
            <a:extLst xmlns:a="http://schemas.openxmlformats.org/drawingml/2006/main">
              <a:ext uri="{FF2B5EF4-FFF2-40B4-BE49-F238E27FC236}">
                <a16:creationId xmlns:a16="http://schemas.microsoft.com/office/drawing/2014/main" id="{8D8849CD-B460-4911-BF17-BB807164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7" name="Shape 555">
            <a:extLst xmlns:a="http://schemas.openxmlformats.org/drawingml/2006/main">
              <a:ext uri="{FF2B5EF4-FFF2-40B4-BE49-F238E27FC236}">
                <a16:creationId xmlns:a16="http://schemas.microsoft.com/office/drawing/2014/main" id="{E1C31C10-F98B-4983-AA50-590CCF33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8" name="Shape 556">
            <a:extLst xmlns:a="http://schemas.openxmlformats.org/drawingml/2006/main">
              <a:ext uri="{FF2B5EF4-FFF2-40B4-BE49-F238E27FC236}">
                <a16:creationId xmlns:a16="http://schemas.microsoft.com/office/drawing/2014/main" id="{7519A330-691A-4E54-B85A-A245AA20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59" name="Shape 557">
            <a:extLst xmlns:a="http://schemas.openxmlformats.org/drawingml/2006/main">
              <a:ext uri="{FF2B5EF4-FFF2-40B4-BE49-F238E27FC236}">
                <a16:creationId xmlns:a16="http://schemas.microsoft.com/office/drawing/2014/main" id="{628E9389-33A0-45F4-BC32-92B131D6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0" name="Shape 558">
            <a:extLst xmlns:a="http://schemas.openxmlformats.org/drawingml/2006/main">
              <a:ext uri="{FF2B5EF4-FFF2-40B4-BE49-F238E27FC236}">
                <a16:creationId xmlns:a16="http://schemas.microsoft.com/office/drawing/2014/main" id="{D6C2D20E-A24A-4F9C-B353-D12DC23F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1" name="Shape 559">
            <a:extLst xmlns:a="http://schemas.openxmlformats.org/drawingml/2006/main">
              <a:ext uri="{FF2B5EF4-FFF2-40B4-BE49-F238E27FC236}">
                <a16:creationId xmlns:a16="http://schemas.microsoft.com/office/drawing/2014/main" id="{1317D6CD-AEB7-4E8E-A1CD-6FBAED9B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2" name="Shape 560">
            <a:extLst xmlns:a="http://schemas.openxmlformats.org/drawingml/2006/main">
              <a:ext uri="{FF2B5EF4-FFF2-40B4-BE49-F238E27FC236}">
                <a16:creationId xmlns:a16="http://schemas.microsoft.com/office/drawing/2014/main" id="{D450BD7F-5C0D-4FEF-AB61-95023C4C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3" name="Shape 561">
            <a:extLst xmlns:a="http://schemas.openxmlformats.org/drawingml/2006/main">
              <a:ext uri="{FF2B5EF4-FFF2-40B4-BE49-F238E27FC236}">
                <a16:creationId xmlns:a16="http://schemas.microsoft.com/office/drawing/2014/main" id="{DECCD0F7-B615-499B-BF7F-924185C9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4" name="Shape 562">
            <a:extLst xmlns:a="http://schemas.openxmlformats.org/drawingml/2006/main">
              <a:ext uri="{FF2B5EF4-FFF2-40B4-BE49-F238E27FC236}">
                <a16:creationId xmlns:a16="http://schemas.microsoft.com/office/drawing/2014/main" id="{04E671FE-6484-4E48-8174-E7F26ABE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5" name="Shape 563">
            <a:extLst xmlns:a="http://schemas.openxmlformats.org/drawingml/2006/main">
              <a:ext uri="{FF2B5EF4-FFF2-40B4-BE49-F238E27FC236}">
                <a16:creationId xmlns:a16="http://schemas.microsoft.com/office/drawing/2014/main" id="{84284723-0DEF-4826-81C8-657F0E9C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6" name="Shape 564">
            <a:extLst xmlns:a="http://schemas.openxmlformats.org/drawingml/2006/main">
              <a:ext uri="{FF2B5EF4-FFF2-40B4-BE49-F238E27FC236}">
                <a16:creationId xmlns:a16="http://schemas.microsoft.com/office/drawing/2014/main" id="{62FD8458-8C16-4402-AACB-58F07716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7" name="Shape 565">
            <a:extLst xmlns:a="http://schemas.openxmlformats.org/drawingml/2006/main">
              <a:ext uri="{FF2B5EF4-FFF2-40B4-BE49-F238E27FC236}">
                <a16:creationId xmlns:a16="http://schemas.microsoft.com/office/drawing/2014/main" id="{2ACEFC04-FD12-42BC-B970-6DDE7FC2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8" name="Shape 566">
            <a:extLst xmlns:a="http://schemas.openxmlformats.org/drawingml/2006/main">
              <a:ext uri="{FF2B5EF4-FFF2-40B4-BE49-F238E27FC236}">
                <a16:creationId xmlns:a16="http://schemas.microsoft.com/office/drawing/2014/main" id="{2E6DA2DC-EDB4-4F7F-8717-5B40BC80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69" name="Shape 567">
            <a:extLst xmlns:a="http://schemas.openxmlformats.org/drawingml/2006/main">
              <a:ext uri="{FF2B5EF4-FFF2-40B4-BE49-F238E27FC236}">
                <a16:creationId xmlns:a16="http://schemas.microsoft.com/office/drawing/2014/main" id="{A4D2FFFB-0088-47C3-995D-14B9163D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0" name="Shape 568">
            <a:extLst xmlns:a="http://schemas.openxmlformats.org/drawingml/2006/main">
              <a:ext uri="{FF2B5EF4-FFF2-40B4-BE49-F238E27FC236}">
                <a16:creationId xmlns:a16="http://schemas.microsoft.com/office/drawing/2014/main" id="{0F57A41E-003A-4732-978E-EE419287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1" name="Shape 569">
            <a:extLst xmlns:a="http://schemas.openxmlformats.org/drawingml/2006/main">
              <a:ext uri="{FF2B5EF4-FFF2-40B4-BE49-F238E27FC236}">
                <a16:creationId xmlns:a16="http://schemas.microsoft.com/office/drawing/2014/main" id="{9EDDCCEE-089B-4D14-BE4A-F106964B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728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2" name="Shape 570">
            <a:extLst xmlns:a="http://schemas.openxmlformats.org/drawingml/2006/main">
              <a:ext uri="{FF2B5EF4-FFF2-40B4-BE49-F238E27FC236}">
                <a16:creationId xmlns:a16="http://schemas.microsoft.com/office/drawing/2014/main" id="{D4C1BB8B-6AC6-406A-AC73-783446F8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3" name="Shape 571">
            <a:extLst xmlns:a="http://schemas.openxmlformats.org/drawingml/2006/main">
              <a:ext uri="{FF2B5EF4-FFF2-40B4-BE49-F238E27FC236}">
                <a16:creationId xmlns:a16="http://schemas.microsoft.com/office/drawing/2014/main" id="{10BD2355-7D17-4C7B-8B9E-D5C6535C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4" name="Shape 572">
            <a:extLst xmlns:a="http://schemas.openxmlformats.org/drawingml/2006/main">
              <a:ext uri="{FF2B5EF4-FFF2-40B4-BE49-F238E27FC236}">
                <a16:creationId xmlns:a16="http://schemas.microsoft.com/office/drawing/2014/main" id="{44A70448-E056-4258-BDE5-2CEE6425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5" name="Shape 573">
            <a:extLst xmlns:a="http://schemas.openxmlformats.org/drawingml/2006/main">
              <a:ext uri="{FF2B5EF4-FFF2-40B4-BE49-F238E27FC236}">
                <a16:creationId xmlns:a16="http://schemas.microsoft.com/office/drawing/2014/main" id="{FA4F36A0-C4EF-4AD2-9C16-33D8E0F4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6" name="Shape 574">
            <a:extLst xmlns:a="http://schemas.openxmlformats.org/drawingml/2006/main">
              <a:ext uri="{FF2B5EF4-FFF2-40B4-BE49-F238E27FC236}">
                <a16:creationId xmlns:a16="http://schemas.microsoft.com/office/drawing/2014/main" id="{2BA34409-6EFA-4CC4-A7A1-F9167F50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7" name="Shape 575">
            <a:extLst xmlns:a="http://schemas.openxmlformats.org/drawingml/2006/main">
              <a:ext uri="{FF2B5EF4-FFF2-40B4-BE49-F238E27FC236}">
                <a16:creationId xmlns:a16="http://schemas.microsoft.com/office/drawing/2014/main" id="{6B0AFFCD-EA14-49A5-A82C-266E76E0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8" name="Shape 576">
            <a:extLst xmlns:a="http://schemas.openxmlformats.org/drawingml/2006/main">
              <a:ext uri="{FF2B5EF4-FFF2-40B4-BE49-F238E27FC236}">
                <a16:creationId xmlns:a16="http://schemas.microsoft.com/office/drawing/2014/main" id="{0361DB6D-6155-4FFF-B1D7-0860A149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79" name="Shape 577">
            <a:extLst xmlns:a="http://schemas.openxmlformats.org/drawingml/2006/main">
              <a:ext uri="{FF2B5EF4-FFF2-40B4-BE49-F238E27FC236}">
                <a16:creationId xmlns:a16="http://schemas.microsoft.com/office/drawing/2014/main" id="{9B58A324-11F1-46D7-A6A2-DB9F4A30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0" name="Shape 578">
            <a:extLst xmlns:a="http://schemas.openxmlformats.org/drawingml/2006/main">
              <a:ext uri="{FF2B5EF4-FFF2-40B4-BE49-F238E27FC236}">
                <a16:creationId xmlns:a16="http://schemas.microsoft.com/office/drawing/2014/main" id="{52646EA8-FBFC-47FE-91FD-F7344004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1" name="Shape 579">
            <a:extLst xmlns:a="http://schemas.openxmlformats.org/drawingml/2006/main">
              <a:ext uri="{FF2B5EF4-FFF2-40B4-BE49-F238E27FC236}">
                <a16:creationId xmlns:a16="http://schemas.microsoft.com/office/drawing/2014/main" id="{E5BAB530-3E24-46E7-9F28-BCB5AA29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2" name="Shape 580">
            <a:extLst xmlns:a="http://schemas.openxmlformats.org/drawingml/2006/main">
              <a:ext uri="{FF2B5EF4-FFF2-40B4-BE49-F238E27FC236}">
                <a16:creationId xmlns:a16="http://schemas.microsoft.com/office/drawing/2014/main" id="{A1A3E2AA-71AA-482B-9E41-AEB785BF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3" name="Shape 581">
            <a:extLst xmlns:a="http://schemas.openxmlformats.org/drawingml/2006/main">
              <a:ext uri="{FF2B5EF4-FFF2-40B4-BE49-F238E27FC236}">
                <a16:creationId xmlns:a16="http://schemas.microsoft.com/office/drawing/2014/main" id="{7C39C6F2-5E63-4884-A085-50FB94FB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4" name="Shape 582">
            <a:extLst xmlns:a="http://schemas.openxmlformats.org/drawingml/2006/main">
              <a:ext uri="{FF2B5EF4-FFF2-40B4-BE49-F238E27FC236}">
                <a16:creationId xmlns:a16="http://schemas.microsoft.com/office/drawing/2014/main" id="{10FE59DF-73EE-4827-AF25-6039B725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5" name="Shape 583">
            <a:extLst xmlns:a="http://schemas.openxmlformats.org/drawingml/2006/main">
              <a:ext uri="{FF2B5EF4-FFF2-40B4-BE49-F238E27FC236}">
                <a16:creationId xmlns:a16="http://schemas.microsoft.com/office/drawing/2014/main" id="{80ECE597-6F83-4214-B618-C8CB1C05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6" name="Shape 584">
            <a:extLst xmlns:a="http://schemas.openxmlformats.org/drawingml/2006/main">
              <a:ext uri="{FF2B5EF4-FFF2-40B4-BE49-F238E27FC236}">
                <a16:creationId xmlns:a16="http://schemas.microsoft.com/office/drawing/2014/main" id="{267033D6-8F2C-4B9F-AAE2-A8F1765E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7" name="Shape 585">
            <a:extLst xmlns:a="http://schemas.openxmlformats.org/drawingml/2006/main">
              <a:ext uri="{FF2B5EF4-FFF2-40B4-BE49-F238E27FC236}">
                <a16:creationId xmlns:a16="http://schemas.microsoft.com/office/drawing/2014/main" id="{701CBEFE-0AD9-4630-A9C6-9EA1A1B7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8" name="Shape 586">
            <a:extLst xmlns:a="http://schemas.openxmlformats.org/drawingml/2006/main">
              <a:ext uri="{FF2B5EF4-FFF2-40B4-BE49-F238E27FC236}">
                <a16:creationId xmlns:a16="http://schemas.microsoft.com/office/drawing/2014/main" id="{253CE6C8-BEE6-449D-AB42-4E09ED7D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89" name="Shape 587">
            <a:extLst xmlns:a="http://schemas.openxmlformats.org/drawingml/2006/main">
              <a:ext uri="{FF2B5EF4-FFF2-40B4-BE49-F238E27FC236}">
                <a16:creationId xmlns:a16="http://schemas.microsoft.com/office/drawing/2014/main" id="{55CFFDA2-C031-456B-947B-E67285E8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0" name="Shape 588">
            <a:extLst xmlns:a="http://schemas.openxmlformats.org/drawingml/2006/main">
              <a:ext uri="{FF2B5EF4-FFF2-40B4-BE49-F238E27FC236}">
                <a16:creationId xmlns:a16="http://schemas.microsoft.com/office/drawing/2014/main" id="{92DC0E8C-ED08-43ED-BB90-822F1D0D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1" name="Shape 589">
            <a:extLst xmlns:a="http://schemas.openxmlformats.org/drawingml/2006/main">
              <a:ext uri="{FF2B5EF4-FFF2-40B4-BE49-F238E27FC236}">
                <a16:creationId xmlns:a16="http://schemas.microsoft.com/office/drawing/2014/main" id="{F8E7D549-8674-486C-98D8-E3F1EC9A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2" name="Shape 590">
            <a:extLst xmlns:a="http://schemas.openxmlformats.org/drawingml/2006/main">
              <a:ext uri="{FF2B5EF4-FFF2-40B4-BE49-F238E27FC236}">
                <a16:creationId xmlns:a16="http://schemas.microsoft.com/office/drawing/2014/main" id="{D780C1DC-2D56-4F67-B25A-4B851CE9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3" name="Shape 591">
            <a:extLst xmlns:a="http://schemas.openxmlformats.org/drawingml/2006/main">
              <a:ext uri="{FF2B5EF4-FFF2-40B4-BE49-F238E27FC236}">
                <a16:creationId xmlns:a16="http://schemas.microsoft.com/office/drawing/2014/main" id="{B5750424-2907-4709-957F-18917070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4" name="Shape 592">
            <a:extLst xmlns:a="http://schemas.openxmlformats.org/drawingml/2006/main">
              <a:ext uri="{FF2B5EF4-FFF2-40B4-BE49-F238E27FC236}">
                <a16:creationId xmlns:a16="http://schemas.microsoft.com/office/drawing/2014/main" id="{7ACC2796-30C0-4818-A195-7F9EA3F6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5" name="Shape 593">
            <a:extLst xmlns:a="http://schemas.openxmlformats.org/drawingml/2006/main">
              <a:ext uri="{FF2B5EF4-FFF2-40B4-BE49-F238E27FC236}">
                <a16:creationId xmlns:a16="http://schemas.microsoft.com/office/drawing/2014/main" id="{692EE597-11A2-4AA8-AAAF-C0781CB2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6" name="Shape 594">
            <a:extLst xmlns:a="http://schemas.openxmlformats.org/drawingml/2006/main">
              <a:ext uri="{FF2B5EF4-FFF2-40B4-BE49-F238E27FC236}">
                <a16:creationId xmlns:a16="http://schemas.microsoft.com/office/drawing/2014/main" id="{15FE0A9B-AF68-43D5-9AEE-C587EEC3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7" name="Shape 595">
            <a:extLst xmlns:a="http://schemas.openxmlformats.org/drawingml/2006/main">
              <a:ext uri="{FF2B5EF4-FFF2-40B4-BE49-F238E27FC236}">
                <a16:creationId xmlns:a16="http://schemas.microsoft.com/office/drawing/2014/main" id="{B95A8A82-AAD6-42B7-AF0A-C246A4EC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8" name="Shape 596">
            <a:extLst xmlns:a="http://schemas.openxmlformats.org/drawingml/2006/main">
              <a:ext uri="{FF2B5EF4-FFF2-40B4-BE49-F238E27FC236}">
                <a16:creationId xmlns:a16="http://schemas.microsoft.com/office/drawing/2014/main" id="{E1DC084C-D22D-4ACF-9D92-4AD72AE6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599" name="Shape 597">
            <a:extLst xmlns:a="http://schemas.openxmlformats.org/drawingml/2006/main">
              <a:ext uri="{FF2B5EF4-FFF2-40B4-BE49-F238E27FC236}">
                <a16:creationId xmlns:a16="http://schemas.microsoft.com/office/drawing/2014/main" id="{2B2FF845-59EC-4E3B-B117-CA4501EF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0" name="Shape 598">
            <a:extLst xmlns:a="http://schemas.openxmlformats.org/drawingml/2006/main">
              <a:ext uri="{FF2B5EF4-FFF2-40B4-BE49-F238E27FC236}">
                <a16:creationId xmlns:a16="http://schemas.microsoft.com/office/drawing/2014/main" id="{4DC9D0F5-0CC8-463F-A289-8CEB7ABC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1" name="Shape 599">
            <a:extLst xmlns:a="http://schemas.openxmlformats.org/drawingml/2006/main">
              <a:ext uri="{FF2B5EF4-FFF2-40B4-BE49-F238E27FC236}">
                <a16:creationId xmlns:a16="http://schemas.microsoft.com/office/drawing/2014/main" id="{559512CE-DB0F-4877-9CDE-2B3CFBAD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2" name="Shape 600">
            <a:extLst xmlns:a="http://schemas.openxmlformats.org/drawingml/2006/main">
              <a:ext uri="{FF2B5EF4-FFF2-40B4-BE49-F238E27FC236}">
                <a16:creationId xmlns:a16="http://schemas.microsoft.com/office/drawing/2014/main" id="{9A3E4BC7-2042-4C3C-A165-AF4F5900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3" name="Shape 601">
            <a:extLst xmlns:a="http://schemas.openxmlformats.org/drawingml/2006/main">
              <a:ext uri="{FF2B5EF4-FFF2-40B4-BE49-F238E27FC236}">
                <a16:creationId xmlns:a16="http://schemas.microsoft.com/office/drawing/2014/main" id="{95F244D3-7CC8-4C21-BD2E-2FB85C09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4" name="Shape 602">
            <a:extLst xmlns:a="http://schemas.openxmlformats.org/drawingml/2006/main">
              <a:ext uri="{FF2B5EF4-FFF2-40B4-BE49-F238E27FC236}">
                <a16:creationId xmlns:a16="http://schemas.microsoft.com/office/drawing/2014/main" id="{ED3EE0A3-9B18-41BD-839A-3F600FE6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5" name="Shape 603">
            <a:extLst xmlns:a="http://schemas.openxmlformats.org/drawingml/2006/main">
              <a:ext uri="{FF2B5EF4-FFF2-40B4-BE49-F238E27FC236}">
                <a16:creationId xmlns:a16="http://schemas.microsoft.com/office/drawing/2014/main" id="{19BED9D2-0DAE-49DA-92F2-2548BCDF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6" name="Shape 604">
            <a:extLst xmlns:a="http://schemas.openxmlformats.org/drawingml/2006/main">
              <a:ext uri="{FF2B5EF4-FFF2-40B4-BE49-F238E27FC236}">
                <a16:creationId xmlns:a16="http://schemas.microsoft.com/office/drawing/2014/main" id="{0EA45271-85E7-4944-9062-46317B46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7" name="Shape 605">
            <a:extLst xmlns:a="http://schemas.openxmlformats.org/drawingml/2006/main">
              <a:ext uri="{FF2B5EF4-FFF2-40B4-BE49-F238E27FC236}">
                <a16:creationId xmlns:a16="http://schemas.microsoft.com/office/drawing/2014/main" id="{16B0C7C9-886A-428A-B6F8-181FE9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8" name="Shape 606">
            <a:extLst xmlns:a="http://schemas.openxmlformats.org/drawingml/2006/main">
              <a:ext uri="{FF2B5EF4-FFF2-40B4-BE49-F238E27FC236}">
                <a16:creationId xmlns:a16="http://schemas.microsoft.com/office/drawing/2014/main" id="{9B543280-253D-4D5C-A0E3-C3582B87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09" name="Shape 607">
            <a:extLst xmlns:a="http://schemas.openxmlformats.org/drawingml/2006/main">
              <a:ext uri="{FF2B5EF4-FFF2-40B4-BE49-F238E27FC236}">
                <a16:creationId xmlns:a16="http://schemas.microsoft.com/office/drawing/2014/main" id="{F60AED63-58D4-485D-8996-8F4E37F6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0" name="Shape 608">
            <a:extLst xmlns:a="http://schemas.openxmlformats.org/drawingml/2006/main">
              <a:ext uri="{FF2B5EF4-FFF2-40B4-BE49-F238E27FC236}">
                <a16:creationId xmlns:a16="http://schemas.microsoft.com/office/drawing/2014/main" id="{BED66216-6485-4650-A62F-6D4D54BC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1" name="Shape 609">
            <a:extLst xmlns:a="http://schemas.openxmlformats.org/drawingml/2006/main">
              <a:ext uri="{FF2B5EF4-FFF2-40B4-BE49-F238E27FC236}">
                <a16:creationId xmlns:a16="http://schemas.microsoft.com/office/drawing/2014/main" id="{AB5E7B8B-FD3F-451C-B4A9-EEAA49CC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2" name="Shape 610">
            <a:extLst xmlns:a="http://schemas.openxmlformats.org/drawingml/2006/main">
              <a:ext uri="{FF2B5EF4-FFF2-40B4-BE49-F238E27FC236}">
                <a16:creationId xmlns:a16="http://schemas.microsoft.com/office/drawing/2014/main" id="{0529208A-A6C3-4FAC-B72E-50B383AC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3" name="Shape 611">
            <a:extLst xmlns:a="http://schemas.openxmlformats.org/drawingml/2006/main">
              <a:ext uri="{FF2B5EF4-FFF2-40B4-BE49-F238E27FC236}">
                <a16:creationId xmlns:a16="http://schemas.microsoft.com/office/drawing/2014/main" id="{D34545CC-F12F-4C6D-9D57-E4A14490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4" name="Shape 612">
            <a:extLst xmlns:a="http://schemas.openxmlformats.org/drawingml/2006/main">
              <a:ext uri="{FF2B5EF4-FFF2-40B4-BE49-F238E27FC236}">
                <a16:creationId xmlns:a16="http://schemas.microsoft.com/office/drawing/2014/main" id="{44EF6182-9EFD-4064-B3FF-0B08D5C5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5" name="Shape 613">
            <a:extLst xmlns:a="http://schemas.openxmlformats.org/drawingml/2006/main">
              <a:ext uri="{FF2B5EF4-FFF2-40B4-BE49-F238E27FC236}">
                <a16:creationId xmlns:a16="http://schemas.microsoft.com/office/drawing/2014/main" id="{B8380F92-00E9-4819-836E-99BCF3FC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6" name="Shape 614">
            <a:extLst xmlns:a="http://schemas.openxmlformats.org/drawingml/2006/main">
              <a:ext uri="{FF2B5EF4-FFF2-40B4-BE49-F238E27FC236}">
                <a16:creationId xmlns:a16="http://schemas.microsoft.com/office/drawing/2014/main" id="{9278E8D6-38E8-47EB-A62D-68053F93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7" name="Shape 615">
            <a:extLst xmlns:a="http://schemas.openxmlformats.org/drawingml/2006/main">
              <a:ext uri="{FF2B5EF4-FFF2-40B4-BE49-F238E27FC236}">
                <a16:creationId xmlns:a16="http://schemas.microsoft.com/office/drawing/2014/main" id="{6775A303-47D1-4A68-9086-B6D3E4A2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8" name="Shape 616">
            <a:extLst xmlns:a="http://schemas.openxmlformats.org/drawingml/2006/main">
              <a:ext uri="{FF2B5EF4-FFF2-40B4-BE49-F238E27FC236}">
                <a16:creationId xmlns:a16="http://schemas.microsoft.com/office/drawing/2014/main" id="{49678A5B-317C-451B-8914-17D229E2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19" name="Shape 617">
            <a:extLst xmlns:a="http://schemas.openxmlformats.org/drawingml/2006/main">
              <a:ext uri="{FF2B5EF4-FFF2-40B4-BE49-F238E27FC236}">
                <a16:creationId xmlns:a16="http://schemas.microsoft.com/office/drawing/2014/main" id="{488A9C16-D27D-40E2-A2B3-7F4FFF2B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0" name="Shape 618">
            <a:extLst xmlns:a="http://schemas.openxmlformats.org/drawingml/2006/main">
              <a:ext uri="{FF2B5EF4-FFF2-40B4-BE49-F238E27FC236}">
                <a16:creationId xmlns:a16="http://schemas.microsoft.com/office/drawing/2014/main" id="{B28AED7A-8BEA-4BBB-A169-9A10629F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1" name="Shape 619">
            <a:extLst xmlns:a="http://schemas.openxmlformats.org/drawingml/2006/main">
              <a:ext uri="{FF2B5EF4-FFF2-40B4-BE49-F238E27FC236}">
                <a16:creationId xmlns:a16="http://schemas.microsoft.com/office/drawing/2014/main" id="{5B536DD8-4DE3-46C7-86F3-98B16526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2" name="Shape 620">
            <a:extLst xmlns:a="http://schemas.openxmlformats.org/drawingml/2006/main">
              <a:ext uri="{FF2B5EF4-FFF2-40B4-BE49-F238E27FC236}">
                <a16:creationId xmlns:a16="http://schemas.microsoft.com/office/drawing/2014/main" id="{0D162A0C-DFD5-4918-B89F-34D788E9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3" name="Shape 621">
            <a:extLst xmlns:a="http://schemas.openxmlformats.org/drawingml/2006/main">
              <a:ext uri="{FF2B5EF4-FFF2-40B4-BE49-F238E27FC236}">
                <a16:creationId xmlns:a16="http://schemas.microsoft.com/office/drawing/2014/main" id="{CC5A0B1B-9700-4320-AD83-FA0C1AE3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4" name="Shape 622">
            <a:extLst xmlns:a="http://schemas.openxmlformats.org/drawingml/2006/main">
              <a:ext uri="{FF2B5EF4-FFF2-40B4-BE49-F238E27FC236}">
                <a16:creationId xmlns:a16="http://schemas.microsoft.com/office/drawing/2014/main" id="{F3C5E70F-8501-4963-961B-84351C7B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5" name="Shape 623">
            <a:extLst xmlns:a="http://schemas.openxmlformats.org/drawingml/2006/main">
              <a:ext uri="{FF2B5EF4-FFF2-40B4-BE49-F238E27FC236}">
                <a16:creationId xmlns:a16="http://schemas.microsoft.com/office/drawing/2014/main" id="{83B2BB91-1828-4D58-84A0-FA896E54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6" name="Shape 624">
            <a:extLst xmlns:a="http://schemas.openxmlformats.org/drawingml/2006/main">
              <a:ext uri="{FF2B5EF4-FFF2-40B4-BE49-F238E27FC236}">
                <a16:creationId xmlns:a16="http://schemas.microsoft.com/office/drawing/2014/main" id="{EA8444DE-785F-401F-9A29-D0E5C02A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7" name="Shape 625">
            <a:extLst xmlns:a="http://schemas.openxmlformats.org/drawingml/2006/main">
              <a:ext uri="{FF2B5EF4-FFF2-40B4-BE49-F238E27FC236}">
                <a16:creationId xmlns:a16="http://schemas.microsoft.com/office/drawing/2014/main" id="{29597D4B-EB9D-4AE9-BB76-74871E91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8" name="Shape 626">
            <a:extLst xmlns:a="http://schemas.openxmlformats.org/drawingml/2006/main">
              <a:ext uri="{FF2B5EF4-FFF2-40B4-BE49-F238E27FC236}">
                <a16:creationId xmlns:a16="http://schemas.microsoft.com/office/drawing/2014/main" id="{7DE64C43-9281-4BC4-981D-7229285C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144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29" name="Shape 627">
            <a:extLst xmlns:a="http://schemas.openxmlformats.org/drawingml/2006/main">
              <a:ext uri="{FF2B5EF4-FFF2-40B4-BE49-F238E27FC236}">
                <a16:creationId xmlns:a16="http://schemas.microsoft.com/office/drawing/2014/main" id="{E0C62E70-7AEE-4096-83A5-B71211AC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7432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0" name="Shape 628">
            <a:extLst xmlns:a="http://schemas.openxmlformats.org/drawingml/2006/main">
              <a:ext uri="{FF2B5EF4-FFF2-40B4-BE49-F238E27FC236}">
                <a16:creationId xmlns:a16="http://schemas.microsoft.com/office/drawing/2014/main" id="{85F59012-3955-49D9-A9C6-6D659001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2179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1" name="Shape 629">
            <a:extLst xmlns:a="http://schemas.openxmlformats.org/drawingml/2006/main">
              <a:ext uri="{FF2B5EF4-FFF2-40B4-BE49-F238E27FC236}">
                <a16:creationId xmlns:a16="http://schemas.microsoft.com/office/drawing/2014/main" id="{3EF80E8B-363F-4F76-A809-D6AB780B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96926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2" name="Shape 630">
            <a:extLst xmlns:a="http://schemas.openxmlformats.org/drawingml/2006/main">
              <a:ext uri="{FF2B5EF4-FFF2-40B4-BE49-F238E27FC236}">
                <a16:creationId xmlns:a16="http://schemas.microsoft.com/office/drawing/2014/main" id="{F3C60EC5-7672-460C-A78E-8D0D9F37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131673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3" name="Shape 631">
            <a:extLst xmlns:a="http://schemas.openxmlformats.org/drawingml/2006/main">
              <a:ext uri="{FF2B5EF4-FFF2-40B4-BE49-F238E27FC236}">
                <a16:creationId xmlns:a16="http://schemas.microsoft.com/office/drawing/2014/main" id="{736EDD3F-2659-4137-A260-AB9B58A4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166420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4" name="Shape 632">
            <a:extLst xmlns:a="http://schemas.openxmlformats.org/drawingml/2006/main">
              <a:ext uri="{FF2B5EF4-FFF2-40B4-BE49-F238E27FC236}">
                <a16:creationId xmlns:a16="http://schemas.microsoft.com/office/drawing/2014/main" id="{DC0E11BC-0217-4951-A4EC-82AE4980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01168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5" name="Shape 633">
            <a:extLst xmlns:a="http://schemas.openxmlformats.org/drawingml/2006/main">
              <a:ext uri="{FF2B5EF4-FFF2-40B4-BE49-F238E27FC236}">
                <a16:creationId xmlns:a16="http://schemas.microsoft.com/office/drawing/2014/main" id="{A8DE27C6-A8CF-4E72-A176-F9EFC362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35915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6" name="Shape 634">
            <a:extLst xmlns:a="http://schemas.openxmlformats.org/drawingml/2006/main">
              <a:ext uri="{FF2B5EF4-FFF2-40B4-BE49-F238E27FC236}">
                <a16:creationId xmlns:a16="http://schemas.microsoft.com/office/drawing/2014/main" id="{CEE354F0-3714-45CE-9ED9-79CD4D33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270662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7" name="Shape 635">
            <a:extLst xmlns:a="http://schemas.openxmlformats.org/drawingml/2006/main">
              <a:ext uri="{FF2B5EF4-FFF2-40B4-BE49-F238E27FC236}">
                <a16:creationId xmlns:a16="http://schemas.microsoft.com/office/drawing/2014/main" id="{B77BA523-03A7-4A17-9178-BA9B4D18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305409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8" name="Shape 636">
            <a:extLst xmlns:a="http://schemas.openxmlformats.org/drawingml/2006/main">
              <a:ext uri="{FF2B5EF4-FFF2-40B4-BE49-F238E27FC236}">
                <a16:creationId xmlns:a16="http://schemas.microsoft.com/office/drawing/2014/main" id="{5D186BCD-829C-427D-A33E-C684BE43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340156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39" name="Shape 637">
            <a:extLst xmlns:a="http://schemas.openxmlformats.org/drawingml/2006/main">
              <a:ext uri="{FF2B5EF4-FFF2-40B4-BE49-F238E27FC236}">
                <a16:creationId xmlns:a16="http://schemas.microsoft.com/office/drawing/2014/main" id="{869F3424-7115-49E1-989C-D0C6FFF2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374904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0" name="Shape 638">
            <a:extLst xmlns:a="http://schemas.openxmlformats.org/drawingml/2006/main">
              <a:ext uri="{FF2B5EF4-FFF2-40B4-BE49-F238E27FC236}">
                <a16:creationId xmlns:a16="http://schemas.microsoft.com/office/drawing/2014/main" id="{543FC70E-9854-4A38-AD32-A94156C4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409651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1" name="Shape 639">
            <a:extLst xmlns:a="http://schemas.openxmlformats.org/drawingml/2006/main">
              <a:ext uri="{FF2B5EF4-FFF2-40B4-BE49-F238E27FC236}">
                <a16:creationId xmlns:a16="http://schemas.microsoft.com/office/drawing/2014/main" id="{58E0EE2D-CDF5-4444-96CD-41BB1FA9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444398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2" name="Shape 640">
            <a:extLst xmlns:a="http://schemas.openxmlformats.org/drawingml/2006/main">
              <a:ext uri="{FF2B5EF4-FFF2-40B4-BE49-F238E27FC236}">
                <a16:creationId xmlns:a16="http://schemas.microsoft.com/office/drawing/2014/main" id="{E9A449F0-F293-4F10-B418-604009F0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479145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3" name="Shape 641">
            <a:extLst xmlns:a="http://schemas.openxmlformats.org/drawingml/2006/main">
              <a:ext uri="{FF2B5EF4-FFF2-40B4-BE49-F238E27FC236}">
                <a16:creationId xmlns:a16="http://schemas.microsoft.com/office/drawing/2014/main" id="{71A811D6-5509-43EE-93A1-02808A69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5138928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4" name="Shape 642">
            <a:extLst xmlns:a="http://schemas.openxmlformats.org/drawingml/2006/main">
              <a:ext uri="{FF2B5EF4-FFF2-40B4-BE49-F238E27FC236}">
                <a16:creationId xmlns:a16="http://schemas.microsoft.com/office/drawing/2014/main" id="{EA1B5087-6520-46D5-9D34-F934C65C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5486400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5" name="Shape 643">
            <a:extLst xmlns:a="http://schemas.openxmlformats.org/drawingml/2006/main">
              <a:ext uri="{FF2B5EF4-FFF2-40B4-BE49-F238E27FC236}">
                <a16:creationId xmlns:a16="http://schemas.microsoft.com/office/drawing/2014/main" id="{75070390-1695-412E-B21F-7FBF7A60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5833872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6" name="Shape 644">
            <a:extLst xmlns:a="http://schemas.openxmlformats.org/drawingml/2006/main">
              <a:ext uri="{FF2B5EF4-FFF2-40B4-BE49-F238E27FC236}">
                <a16:creationId xmlns:a16="http://schemas.microsoft.com/office/drawing/2014/main" id="{D9368791-C2CE-469E-AABB-18F9BBF4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181344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7" name="Shape 645">
            <a:extLst xmlns:a="http://schemas.openxmlformats.org/drawingml/2006/main">
              <a:ext uri="{FF2B5EF4-FFF2-40B4-BE49-F238E27FC236}">
                <a16:creationId xmlns:a16="http://schemas.microsoft.com/office/drawing/2014/main" id="{6CDA0A86-0D22-4D92-9D3E-86D325D4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6616" y="6528816"/>
            <a:ext cx="16459" cy="16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AC4">
              <a:alpha val="9000"/>
            </a:srgbClr>
          </a:solidFill>
          <a:ln xmlns:a="http://schemas.openxmlformats.org/drawingml/2006/main" w="12700">
            <a:solidFill>
              <a:srgbClr val="08AAC4">
                <a:alpha val="0"/>
              </a:srgbClr>
            </a:solidFill>
            <a:prstDash val="solid"/>
          </a:ln>
        </p:spPr>
      </p:sp>
      <p:sp>
        <p:nvSpPr>
          <p:cNvPr id="648" name="Text 646">
            <a:extLst xmlns:a="http://schemas.openxmlformats.org/drawingml/2006/main">
              <a:ext uri="{FF2B5EF4-FFF2-40B4-BE49-F238E27FC236}">
                <a16:creationId xmlns:a16="http://schemas.microsoft.com/office/drawing/2014/main" id="{F61EFFC6-7E52-4D7C-AAC7-5BCA6360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84048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 spc="210">
                <a:solidFill>
                  <a:srgbClr val="39D7E7"/>
                </a:solidFill>
                <a:latin typeface="Arial"/>
                <a:ea typeface="Arial"/>
                <a:cs typeface="Arial"/>
              </a:rPr>
              <a:t>08 / DEMO</a:t>
            </a:r>
            <a:endParaRPr sz="750"/>
          </a:p>
        </p:txBody>
      </p:sp>
      <p:sp>
        <p:nvSpPr>
          <p:cNvPr id="649" name="Text 647">
            <a:extLst xmlns:a="http://schemas.openxmlformats.org/drawingml/2006/main">
              <a:ext uri="{FF2B5EF4-FFF2-40B4-BE49-F238E27FC236}">
                <a16:creationId xmlns:a16="http://schemas.microsoft.com/office/drawing/2014/main" id="{50B33DBA-E8C4-4374-9952-9C2B6CC9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49224"/>
            <a:ext cx="108813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汇报演示：6 分钟看完复杂任务闭环</a:t>
            </a:r>
            <a:endParaRPr sz="2700"/>
          </a:p>
        </p:txBody>
      </p:sp>
      <p:sp>
        <p:nvSpPr>
          <p:cNvPr id="650" name="Text 648">
            <a:extLst xmlns:a="http://schemas.openxmlformats.org/drawingml/2006/main">
              <a:ext uri="{FF2B5EF4-FFF2-40B4-BE49-F238E27FC236}">
                <a16:creationId xmlns:a16="http://schemas.microsoft.com/office/drawing/2014/main" id="{FD6845AE-A5C3-446B-AED8-E8FBC245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088136"/>
            <a:ext cx="10698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AEB9BE"/>
                </a:solidFill>
                <a:latin typeface="Arial Unicode MS"/>
                <a:ea typeface="Arial Unicode MS"/>
                <a:cs typeface="Arial Unicode MS"/>
              </a:rPr>
              <a:t>从 AI 编排 6 步开始，展示 3 个角色 Agent、自动 PinMe 交付与 Markdown 验收。</a:t>
            </a:r>
            <a:endParaRPr sz="1050"/>
          </a:p>
        </p:txBody>
      </p:sp>
      <p:sp>
        <p:nvSpPr>
          <p:cNvPr id="651" name="Shape 649">
            <a:extLst xmlns:a="http://schemas.openxmlformats.org/drawingml/2006/main">
              <a:ext uri="{FF2B5EF4-FFF2-40B4-BE49-F238E27FC236}">
                <a16:creationId xmlns:a16="http://schemas.microsoft.com/office/drawing/2014/main" id="{C200CE03-BA06-4591-A988-A120619D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572768"/>
            <a:ext cx="2615184" cy="932688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0160">
            <a:solidFill>
              <a:srgbClr val="2A4B55"/>
            </a:solidFill>
            <a:prstDash val="solid"/>
          </a:ln>
        </p:spPr>
      </p:sp>
      <p:sp>
        <p:nvSpPr>
          <p:cNvPr id="652" name="Text 650">
            <a:extLst xmlns:a="http://schemas.openxmlformats.org/drawingml/2006/main">
              <a:ext uri="{FF2B5EF4-FFF2-40B4-BE49-F238E27FC236}">
                <a16:creationId xmlns:a16="http://schemas.microsoft.com/office/drawing/2014/main" id="{98EAC914-C215-401B-B8FC-5635C3D0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46504"/>
            <a:ext cx="3657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39D7E7"/>
                </a:solidFill>
                <a:latin typeface="Arial"/>
                <a:ea typeface="Arial"/>
                <a:cs typeface="Arial"/>
              </a:rPr>
              <a:t>01</a:t>
            </a:r>
            <a:endParaRPr sz="700"/>
          </a:p>
        </p:txBody>
      </p:sp>
      <p:sp>
        <p:nvSpPr>
          <p:cNvPr id="653" name="Text 651">
            <a:extLst xmlns:a="http://schemas.openxmlformats.org/drawingml/2006/main">
              <a:ext uri="{FF2B5EF4-FFF2-40B4-BE49-F238E27FC236}">
                <a16:creationId xmlns:a16="http://schemas.microsoft.com/office/drawing/2014/main" id="{E526344C-42A0-4D60-9F21-B1D6277C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1709928"/>
            <a:ext cx="1691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4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创建任务</a:t>
            </a:r>
            <a:endParaRPr sz="1140"/>
          </a:p>
        </p:txBody>
      </p:sp>
      <p:sp>
        <p:nvSpPr>
          <p:cNvPr id="654" name="Text 652">
            <a:extLst xmlns:a="http://schemas.openxmlformats.org/drawingml/2006/main">
              <a:ext uri="{FF2B5EF4-FFF2-40B4-BE49-F238E27FC236}">
                <a16:creationId xmlns:a16="http://schemas.microsoft.com/office/drawing/2014/main" id="{F1234D94-940D-436B-A3BE-FD462663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103120"/>
            <a:ext cx="21579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90">
                <a:solidFill>
                  <a:srgbClr val="A4B0B5"/>
                </a:solidFill>
                <a:latin typeface="Arial Unicode MS"/>
                <a:ea typeface="Arial Unicode MS"/>
                <a:cs typeface="Arial Unicode MS"/>
              </a:rPr>
              <a:t>目标、预算与验收标准</a:t>
            </a:r>
            <a:endParaRPr sz="790"/>
          </a:p>
        </p:txBody>
      </p:sp>
      <p:sp>
        <p:nvSpPr>
          <p:cNvPr id="655" name="Shape 653">
            <a:extLst xmlns:a="http://schemas.openxmlformats.org/drawingml/2006/main">
              <a:ext uri="{FF2B5EF4-FFF2-40B4-BE49-F238E27FC236}">
                <a16:creationId xmlns:a16="http://schemas.microsoft.com/office/drawing/2014/main" id="{F3732697-30CC-4BB8-AF08-2A3BEED2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736" y="1572768"/>
            <a:ext cx="2615184" cy="932688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B252A"/>
          </a:solidFill>
          <a:ln xmlns:a="http://schemas.openxmlformats.org/drawingml/2006/main" w="10160">
            <a:solidFill>
              <a:srgbClr val="455037"/>
            </a:solidFill>
            <a:prstDash val="solid"/>
          </a:ln>
        </p:spPr>
      </p:sp>
      <p:sp>
        <p:nvSpPr>
          <p:cNvPr id="656" name="Text 654">
            <a:extLst xmlns:a="http://schemas.openxmlformats.org/drawingml/2006/main">
              <a:ext uri="{FF2B5EF4-FFF2-40B4-BE49-F238E27FC236}">
                <a16:creationId xmlns:a16="http://schemas.microsoft.com/office/drawing/2014/main" id="{C86DA816-D9D5-4A7D-85A7-AE5D9C46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616" y="1746504"/>
            <a:ext cx="3657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C4F35A"/>
                </a:solidFill>
                <a:latin typeface="Arial"/>
                <a:ea typeface="Arial"/>
                <a:cs typeface="Arial"/>
              </a:rPr>
              <a:t>02</a:t>
            </a:r>
            <a:endParaRPr sz="700"/>
          </a:p>
        </p:txBody>
      </p:sp>
      <p:sp>
        <p:nvSpPr>
          <p:cNvPr id="657" name="Text 655">
            <a:extLst xmlns:a="http://schemas.openxmlformats.org/drawingml/2006/main">
              <a:ext uri="{FF2B5EF4-FFF2-40B4-BE49-F238E27FC236}">
                <a16:creationId xmlns:a16="http://schemas.microsoft.com/office/drawing/2014/main" id="{17B6499F-3CD3-41B8-B529-96E1B968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2816" y="1709928"/>
            <a:ext cx="1691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4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AI 编排</a:t>
            </a:r>
            <a:endParaRPr sz="1140"/>
          </a:p>
        </p:txBody>
      </p:sp>
      <p:sp>
        <p:nvSpPr>
          <p:cNvPr id="658" name="Text 656">
            <a:extLst xmlns:a="http://schemas.openxmlformats.org/drawingml/2006/main">
              <a:ext uri="{FF2B5EF4-FFF2-40B4-BE49-F238E27FC236}">
                <a16:creationId xmlns:a16="http://schemas.microsoft.com/office/drawing/2014/main" id="{F79A978A-42C2-472A-89E9-1A18AFD6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616" y="2103120"/>
            <a:ext cx="21579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90">
                <a:solidFill>
                  <a:srgbClr val="A4B0B5"/>
                </a:solidFill>
                <a:latin typeface="Arial Unicode MS"/>
                <a:ea typeface="Arial Unicode MS"/>
                <a:cs typeface="Arial Unicode MS"/>
              </a:rPr>
              <a:t>6 步依赖图如实展示</a:t>
            </a:r>
            <a:endParaRPr sz="790"/>
          </a:p>
        </p:txBody>
      </p:sp>
      <p:sp>
        <p:nvSpPr>
          <p:cNvPr id="659" name="Shape 657">
            <a:extLst xmlns:a="http://schemas.openxmlformats.org/drawingml/2006/main">
              <a:ext uri="{FF2B5EF4-FFF2-40B4-BE49-F238E27FC236}">
                <a16:creationId xmlns:a16="http://schemas.microsoft.com/office/drawing/2014/main" id="{94B0DC3B-D079-461A-A31F-B3EC03FC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743200"/>
            <a:ext cx="2615184" cy="932688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0160">
            <a:solidFill>
              <a:srgbClr val="2A4B55"/>
            </a:solidFill>
            <a:prstDash val="solid"/>
          </a:ln>
        </p:spPr>
      </p:sp>
      <p:sp>
        <p:nvSpPr>
          <p:cNvPr id="660" name="Text 658">
            <a:extLst xmlns:a="http://schemas.openxmlformats.org/drawingml/2006/main">
              <a:ext uri="{FF2B5EF4-FFF2-40B4-BE49-F238E27FC236}">
                <a16:creationId xmlns:a16="http://schemas.microsoft.com/office/drawing/2014/main" id="{367D5223-42F0-4BA4-BA52-E5D51253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916936"/>
            <a:ext cx="3657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39D7E7"/>
                </a:solidFill>
                <a:latin typeface="Arial"/>
                <a:ea typeface="Arial"/>
                <a:cs typeface="Arial"/>
              </a:rPr>
              <a:t>03</a:t>
            </a:r>
            <a:endParaRPr sz="700"/>
          </a:p>
        </p:txBody>
      </p:sp>
      <p:sp>
        <p:nvSpPr>
          <p:cNvPr id="661" name="Text 659">
            <a:extLst xmlns:a="http://schemas.openxmlformats.org/drawingml/2006/main">
              <a:ext uri="{FF2B5EF4-FFF2-40B4-BE49-F238E27FC236}">
                <a16:creationId xmlns:a16="http://schemas.microsoft.com/office/drawing/2014/main" id="{EE26E060-84A9-40B7-BB76-992B105A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2880360"/>
            <a:ext cx="1691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4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 个角色</a:t>
            </a:r>
            <a:endParaRPr sz="1140"/>
          </a:p>
        </p:txBody>
      </p:sp>
      <p:sp>
        <p:nvSpPr>
          <p:cNvPr id="662" name="Text 660">
            <a:extLst xmlns:a="http://schemas.openxmlformats.org/drawingml/2006/main">
              <a:ext uri="{FF2B5EF4-FFF2-40B4-BE49-F238E27FC236}">
                <a16:creationId xmlns:a16="http://schemas.microsoft.com/office/drawing/2014/main" id="{1D00A17F-D4E8-4E00-95C2-9916C6B6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273552"/>
            <a:ext cx="21579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90">
                <a:solidFill>
                  <a:srgbClr val="A4B0B5"/>
                </a:solidFill>
                <a:latin typeface="Arial Unicode MS"/>
                <a:ea typeface="Arial Unicode MS"/>
                <a:cs typeface="Arial Unicode MS"/>
              </a:rPr>
              <a:t>Strategy · Evidence · Delivery</a:t>
            </a:r>
            <a:endParaRPr sz="790"/>
          </a:p>
        </p:txBody>
      </p:sp>
      <p:sp>
        <p:nvSpPr>
          <p:cNvPr id="663" name="Shape 661">
            <a:extLst xmlns:a="http://schemas.openxmlformats.org/drawingml/2006/main">
              <a:ext uri="{FF2B5EF4-FFF2-40B4-BE49-F238E27FC236}">
                <a16:creationId xmlns:a16="http://schemas.microsoft.com/office/drawing/2014/main" id="{84CFEC98-5154-4503-A8F6-1BE9ADEB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736" y="2743200"/>
            <a:ext cx="2615184" cy="932688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B252A"/>
          </a:solidFill>
          <a:ln xmlns:a="http://schemas.openxmlformats.org/drawingml/2006/main" w="10160">
            <a:solidFill>
              <a:srgbClr val="455037"/>
            </a:solidFill>
            <a:prstDash val="solid"/>
          </a:ln>
        </p:spPr>
      </p:sp>
      <p:sp>
        <p:nvSpPr>
          <p:cNvPr id="664" name="Text 662">
            <a:extLst xmlns:a="http://schemas.openxmlformats.org/drawingml/2006/main">
              <a:ext uri="{FF2B5EF4-FFF2-40B4-BE49-F238E27FC236}">
                <a16:creationId xmlns:a16="http://schemas.microsoft.com/office/drawing/2014/main" id="{D12AB2DB-9BE0-4A2D-8F98-5AD51B40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616" y="2916936"/>
            <a:ext cx="3657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C4F35A"/>
                </a:solidFill>
                <a:latin typeface="Arial"/>
                <a:ea typeface="Arial"/>
                <a:cs typeface="Arial"/>
              </a:rPr>
              <a:t>04</a:t>
            </a:r>
            <a:endParaRPr sz="700"/>
          </a:p>
        </p:txBody>
      </p:sp>
      <p:sp>
        <p:nvSpPr>
          <p:cNvPr id="665" name="Text 663">
            <a:extLst xmlns:a="http://schemas.openxmlformats.org/drawingml/2006/main">
              <a:ext uri="{FF2B5EF4-FFF2-40B4-BE49-F238E27FC236}">
                <a16:creationId xmlns:a16="http://schemas.microsoft.com/office/drawing/2014/main" id="{728F307B-E922-4987-86AE-B3080BAC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2816" y="2880360"/>
            <a:ext cx="1691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4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3D 办公区</a:t>
            </a:r>
            <a:endParaRPr sz="1140"/>
          </a:p>
        </p:txBody>
      </p:sp>
      <p:sp>
        <p:nvSpPr>
          <p:cNvPr id="666" name="Text 664">
            <a:extLst xmlns:a="http://schemas.openxmlformats.org/drawingml/2006/main">
              <a:ext uri="{FF2B5EF4-FFF2-40B4-BE49-F238E27FC236}">
                <a16:creationId xmlns:a16="http://schemas.microsoft.com/office/drawing/2014/main" id="{A43AB1A7-3607-4832-A04A-2658299A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616" y="3273552"/>
            <a:ext cx="21579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90">
                <a:solidFill>
                  <a:srgbClr val="A4B0B5"/>
                </a:solidFill>
                <a:latin typeface="Arial Unicode MS"/>
                <a:ea typeface="Arial Unicode MS"/>
                <a:cs typeface="Arial Unicode MS"/>
              </a:rPr>
              <a:t>工位、状态与空间动作</a:t>
            </a:r>
            <a:endParaRPr sz="790"/>
          </a:p>
        </p:txBody>
      </p:sp>
      <p:sp>
        <p:nvSpPr>
          <p:cNvPr id="667" name="Shape 665">
            <a:extLst xmlns:a="http://schemas.openxmlformats.org/drawingml/2006/main">
              <a:ext uri="{FF2B5EF4-FFF2-40B4-BE49-F238E27FC236}">
                <a16:creationId xmlns:a16="http://schemas.microsoft.com/office/drawing/2014/main" id="{3E624478-3EB1-4F47-9DDB-61D7EF27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3913632"/>
            <a:ext cx="2615184" cy="932688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10160">
            <a:solidFill>
              <a:srgbClr val="2A4B55"/>
            </a:solidFill>
            <a:prstDash val="solid"/>
          </a:ln>
        </p:spPr>
      </p:sp>
      <p:sp>
        <p:nvSpPr>
          <p:cNvPr id="668" name="Text 666">
            <a:extLst xmlns:a="http://schemas.openxmlformats.org/drawingml/2006/main">
              <a:ext uri="{FF2B5EF4-FFF2-40B4-BE49-F238E27FC236}">
                <a16:creationId xmlns:a16="http://schemas.microsoft.com/office/drawing/2014/main" id="{935CAA97-3DAE-434D-A50A-BB891E75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087368"/>
            <a:ext cx="3657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39D7E7"/>
                </a:solidFill>
                <a:latin typeface="Arial"/>
                <a:ea typeface="Arial"/>
                <a:cs typeface="Arial"/>
              </a:rPr>
              <a:t>05</a:t>
            </a:r>
            <a:endParaRPr sz="700"/>
          </a:p>
        </p:txBody>
      </p:sp>
      <p:sp>
        <p:nvSpPr>
          <p:cNvPr id="669" name="Text 667">
            <a:extLst xmlns:a="http://schemas.openxmlformats.org/drawingml/2006/main">
              <a:ext uri="{FF2B5EF4-FFF2-40B4-BE49-F238E27FC236}">
                <a16:creationId xmlns:a16="http://schemas.microsoft.com/office/drawing/2014/main" id="{E9E4B53D-1552-4444-A30C-FFC4F2B7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050792"/>
            <a:ext cx="1691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4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自动交付</a:t>
            </a:r>
            <a:endParaRPr sz="1140"/>
          </a:p>
        </p:txBody>
      </p:sp>
      <p:sp>
        <p:nvSpPr>
          <p:cNvPr id="670" name="Text 668">
            <a:extLst xmlns:a="http://schemas.openxmlformats.org/drawingml/2006/main">
              <a:ext uri="{FF2B5EF4-FFF2-40B4-BE49-F238E27FC236}">
                <a16:creationId xmlns:a16="http://schemas.microsoft.com/office/drawing/2014/main" id="{3889D9F7-A94A-4E6D-8641-05BD1FA1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443984"/>
            <a:ext cx="21579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90">
                <a:solidFill>
                  <a:srgbClr val="A4B0B5"/>
                </a:solidFill>
                <a:latin typeface="Arial Unicode MS"/>
                <a:ea typeface="Arial Unicode MS"/>
                <a:cs typeface="Arial Unicode MS"/>
              </a:rPr>
              <a:t>Worker 上传成果包到 PinMe</a:t>
            </a:r>
            <a:endParaRPr sz="790"/>
          </a:p>
        </p:txBody>
      </p:sp>
      <p:sp>
        <p:nvSpPr>
          <p:cNvPr id="671" name="Shape 669">
            <a:extLst xmlns:a="http://schemas.openxmlformats.org/drawingml/2006/main">
              <a:ext uri="{FF2B5EF4-FFF2-40B4-BE49-F238E27FC236}">
                <a16:creationId xmlns:a16="http://schemas.microsoft.com/office/drawing/2014/main" id="{7008B2EB-9BFA-4546-B235-57B4FB8F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736" y="3913632"/>
            <a:ext cx="2615184" cy="932688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B252A"/>
          </a:solidFill>
          <a:ln xmlns:a="http://schemas.openxmlformats.org/drawingml/2006/main" w="10160">
            <a:solidFill>
              <a:srgbClr val="455037"/>
            </a:solidFill>
            <a:prstDash val="solid"/>
          </a:ln>
        </p:spPr>
      </p:sp>
      <p:sp>
        <p:nvSpPr>
          <p:cNvPr id="672" name="Text 670">
            <a:extLst xmlns:a="http://schemas.openxmlformats.org/drawingml/2006/main">
              <a:ext uri="{FF2B5EF4-FFF2-40B4-BE49-F238E27FC236}">
                <a16:creationId xmlns:a16="http://schemas.microsoft.com/office/drawing/2014/main" id="{4F2D5060-B2FB-4FFF-BEDA-9DC97CE2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616" y="4087368"/>
            <a:ext cx="3657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C4F35A"/>
                </a:solidFill>
                <a:latin typeface="Arial"/>
                <a:ea typeface="Arial"/>
                <a:cs typeface="Arial"/>
              </a:rPr>
              <a:t>06</a:t>
            </a:r>
            <a:endParaRPr sz="700"/>
          </a:p>
        </p:txBody>
      </p:sp>
      <p:sp>
        <p:nvSpPr>
          <p:cNvPr id="673" name="Text 671">
            <a:extLst xmlns:a="http://schemas.openxmlformats.org/drawingml/2006/main">
              <a:ext uri="{FF2B5EF4-FFF2-40B4-BE49-F238E27FC236}">
                <a16:creationId xmlns:a16="http://schemas.microsoft.com/office/drawing/2014/main" id="{AA4FEDDF-EDF3-4DEC-A884-1EEDEFCF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2816" y="4050792"/>
            <a:ext cx="1691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4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验收查看</a:t>
            </a:r>
            <a:endParaRPr sz="1140"/>
          </a:p>
        </p:txBody>
      </p:sp>
      <p:sp>
        <p:nvSpPr>
          <p:cNvPr id="674" name="Text 672">
            <a:extLst xmlns:a="http://schemas.openxmlformats.org/drawingml/2006/main">
              <a:ext uri="{FF2B5EF4-FFF2-40B4-BE49-F238E27FC236}">
                <a16:creationId xmlns:a16="http://schemas.microsoft.com/office/drawing/2014/main" id="{D39DFF94-4B01-4EE5-987B-79E309D4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616" y="4443984"/>
            <a:ext cx="21579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90">
                <a:solidFill>
                  <a:srgbClr val="A4B0B5"/>
                </a:solidFill>
                <a:latin typeface="Arial Unicode MS"/>
                <a:ea typeface="Arial Unicode MS"/>
                <a:cs typeface="Arial Unicode MS"/>
              </a:rPr>
              <a:t>Markdown / 滚动 / CID 核对</a:t>
            </a:r>
            <a:endParaRPr sz="790"/>
          </a:p>
        </p:txBody>
      </p:sp>
      <p:sp>
        <p:nvSpPr>
          <p:cNvPr id="675" name="Shape 673">
            <a:extLst xmlns:a="http://schemas.openxmlformats.org/drawingml/2006/main">
              <a:ext uri="{FF2B5EF4-FFF2-40B4-BE49-F238E27FC236}">
                <a16:creationId xmlns:a16="http://schemas.microsoft.com/office/drawing/2014/main" id="{FBD7EC94-4822-4B7D-8157-EC5B663C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1572768"/>
            <a:ext cx="4773168" cy="4443984"/>
          </a:xfrm>
          <a:prstGeom xmlns:a="http://schemas.openxmlformats.org/drawingml/2006/main" prst="roundRect">
            <a:avLst>
              <a:gd name="adj" fmla="val 16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4F35A"/>
            </a:solidFill>
            <a:prstDash val="solid"/>
          </a:ln>
          <a:effectLst xmlns:a="http://schemas.openxmlformats.org/drawingml/2006/main">
            <a:outerShdw blurRad="50800" dist="19050" dir="8100000" sx="100000" sy="100000" kx="0" ky="0" algn="bl" rotWithShape="0">
              <a:srgbClr val="000000">
                <a:alpha val="22000"/>
              </a:srgbClr>
            </a:outerShdw>
          </a:effectLst>
        </p:spPr>
      </p:sp>
      <p:sp>
        <p:nvSpPr>
          <p:cNvPr id="676" name="Text 674">
            <a:extLst xmlns:a="http://schemas.openxmlformats.org/drawingml/2006/main">
              <a:ext uri="{FF2B5EF4-FFF2-40B4-BE49-F238E27FC236}">
                <a16:creationId xmlns:a16="http://schemas.microsoft.com/office/drawing/2014/main" id="{E89E471E-51AB-4DC9-9BE6-1F45B1B5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65376"/>
            <a:ext cx="19659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0" b="1" spc="140">
                <a:solidFill>
                  <a:srgbClr val="08AAC4"/>
                </a:solidFill>
                <a:latin typeface="Arial"/>
                <a:ea typeface="Arial"/>
                <a:cs typeface="Arial"/>
              </a:rPr>
              <a:t>RELEASE CHECK</a:t>
            </a:r>
            <a:endParaRPr sz="720"/>
          </a:p>
        </p:txBody>
      </p:sp>
      <p:sp>
        <p:nvSpPr>
          <p:cNvPr id="677" name="Text 675">
            <a:extLst xmlns:a="http://schemas.openxmlformats.org/drawingml/2006/main">
              <a:ext uri="{FF2B5EF4-FFF2-40B4-BE49-F238E27FC236}">
                <a16:creationId xmlns:a16="http://schemas.microsoft.com/office/drawing/2014/main" id="{A931D785-D7D1-4F04-966C-C7026139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194560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演示版已验证</a:t>
            </a:r>
            <a:endParaRPr sz="1800"/>
          </a:p>
        </p:txBody>
      </p:sp>
      <p:sp>
        <p:nvSpPr>
          <p:cNvPr id="678" name="Shape 676">
            <a:extLst xmlns:a="http://schemas.openxmlformats.org/drawingml/2006/main">
              <a:ext uri="{FF2B5EF4-FFF2-40B4-BE49-F238E27FC236}">
                <a16:creationId xmlns:a16="http://schemas.microsoft.com/office/drawing/2014/main" id="{26FAD784-7015-4058-B707-E437C746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2788920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/>
          </a:solidFill>
          <a:ln xmlns:a="http://schemas.openxmlformats.org/drawingml/2006/main" w="12700">
            <a:solidFill>
              <a:srgbClr val="C4F35A"/>
            </a:solidFill>
            <a:prstDash val="solid"/>
          </a:ln>
        </p:spPr>
      </p:sp>
      <p:sp>
        <p:nvSpPr>
          <p:cNvPr id="679" name="Text 677">
            <a:extLst xmlns:a="http://schemas.openxmlformats.org/drawingml/2006/main">
              <a:ext uri="{FF2B5EF4-FFF2-40B4-BE49-F238E27FC236}">
                <a16:creationId xmlns:a16="http://schemas.microsoft.com/office/drawing/2014/main" id="{44177D4D-02B0-4195-888C-FE22B773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2825496"/>
            <a:ext cx="219456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✓</a:t>
            </a:r>
            <a:endParaRPr sz="650"/>
          </a:p>
        </p:txBody>
      </p:sp>
      <p:sp>
        <p:nvSpPr>
          <p:cNvPr id="680" name="Text 678">
            <a:extLst xmlns:a="http://schemas.openxmlformats.org/drawingml/2006/main">
              <a:ext uri="{FF2B5EF4-FFF2-40B4-BE49-F238E27FC236}">
                <a16:creationId xmlns:a16="http://schemas.microsoft.com/office/drawing/2014/main" id="{08699EAB-C373-4A7D-83F0-45E6A8DB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2770632"/>
            <a:ext cx="34930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前端生产构建通过</a:t>
            </a:r>
            <a:endParaRPr sz="920"/>
          </a:p>
        </p:txBody>
      </p:sp>
      <p:sp>
        <p:nvSpPr>
          <p:cNvPr id="681" name="Shape 679">
            <a:extLst xmlns:a="http://schemas.openxmlformats.org/drawingml/2006/main">
              <a:ext uri="{FF2B5EF4-FFF2-40B4-BE49-F238E27FC236}">
                <a16:creationId xmlns:a16="http://schemas.microsoft.com/office/drawing/2014/main" id="{49FA564A-4917-4E06-A685-85B26D43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3264408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/>
          </a:solidFill>
          <a:ln xmlns:a="http://schemas.openxmlformats.org/drawingml/2006/main" w="12700">
            <a:solidFill>
              <a:srgbClr val="C4F35A"/>
            </a:solidFill>
            <a:prstDash val="solid"/>
          </a:ln>
        </p:spPr>
      </p:sp>
      <p:sp>
        <p:nvSpPr>
          <p:cNvPr id="682" name="Text 680">
            <a:extLst xmlns:a="http://schemas.openxmlformats.org/drawingml/2006/main">
              <a:ext uri="{FF2B5EF4-FFF2-40B4-BE49-F238E27FC236}">
                <a16:creationId xmlns:a16="http://schemas.microsoft.com/office/drawing/2014/main" id="{F5FE73DD-6328-4DDE-9B67-BD795A55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3300984"/>
            <a:ext cx="219456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✓</a:t>
            </a:r>
            <a:endParaRPr sz="650"/>
          </a:p>
        </p:txBody>
      </p:sp>
      <p:sp>
        <p:nvSpPr>
          <p:cNvPr id="683" name="Text 681">
            <a:extLst xmlns:a="http://schemas.openxmlformats.org/drawingml/2006/main">
              <a:ext uri="{FF2B5EF4-FFF2-40B4-BE49-F238E27FC236}">
                <a16:creationId xmlns:a16="http://schemas.microsoft.com/office/drawing/2014/main" id="{777157EC-BB67-4BE4-9804-0DB2B54D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3246120"/>
            <a:ext cx="34930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后端测试 189 / 189 通过</a:t>
            </a:r>
            <a:endParaRPr sz="920"/>
          </a:p>
        </p:txBody>
      </p:sp>
      <p:sp>
        <p:nvSpPr>
          <p:cNvPr id="684" name="Shape 682">
            <a:extLst xmlns:a="http://schemas.openxmlformats.org/drawingml/2006/main">
              <a:ext uri="{FF2B5EF4-FFF2-40B4-BE49-F238E27FC236}">
                <a16:creationId xmlns:a16="http://schemas.microsoft.com/office/drawing/2014/main" id="{FB00B2F8-6B21-4EF7-8751-B40912E4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3739896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/>
          </a:solidFill>
          <a:ln xmlns:a="http://schemas.openxmlformats.org/drawingml/2006/main" w="12700">
            <a:solidFill>
              <a:srgbClr val="C4F35A"/>
            </a:solidFill>
            <a:prstDash val="solid"/>
          </a:ln>
        </p:spPr>
      </p:sp>
      <p:sp>
        <p:nvSpPr>
          <p:cNvPr id="685" name="Text 683">
            <a:extLst xmlns:a="http://schemas.openxmlformats.org/drawingml/2006/main">
              <a:ext uri="{FF2B5EF4-FFF2-40B4-BE49-F238E27FC236}">
                <a16:creationId xmlns:a16="http://schemas.microsoft.com/office/drawing/2014/main" id="{C7506146-EF96-482F-A628-77EF722C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3776472"/>
            <a:ext cx="219456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✓</a:t>
            </a:r>
            <a:endParaRPr sz="650"/>
          </a:p>
        </p:txBody>
      </p:sp>
      <p:sp>
        <p:nvSpPr>
          <p:cNvPr id="686" name="Text 684">
            <a:extLst xmlns:a="http://schemas.openxmlformats.org/drawingml/2006/main">
              <a:ext uri="{FF2B5EF4-FFF2-40B4-BE49-F238E27FC236}">
                <a16:creationId xmlns:a16="http://schemas.microsoft.com/office/drawing/2014/main" id="{DBE0E8CF-1A61-4B8E-A184-AAF11C57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3721608"/>
            <a:ext cx="34930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真实任务：6 步 / 3 Agent 完整执行</a:t>
            </a:r>
            <a:endParaRPr sz="920"/>
          </a:p>
        </p:txBody>
      </p:sp>
      <p:sp>
        <p:nvSpPr>
          <p:cNvPr id="687" name="Shape 685">
            <a:extLst xmlns:a="http://schemas.openxmlformats.org/drawingml/2006/main">
              <a:ext uri="{FF2B5EF4-FFF2-40B4-BE49-F238E27FC236}">
                <a16:creationId xmlns:a16="http://schemas.microsoft.com/office/drawing/2014/main" id="{43713054-8F4F-49A3-BA6D-68F0E347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4215384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/>
          </a:solidFill>
          <a:ln xmlns:a="http://schemas.openxmlformats.org/drawingml/2006/main" w="12700">
            <a:solidFill>
              <a:srgbClr val="C4F35A"/>
            </a:solidFill>
            <a:prstDash val="solid"/>
          </a:ln>
        </p:spPr>
      </p:sp>
      <p:sp>
        <p:nvSpPr>
          <p:cNvPr id="688" name="Text 686">
            <a:extLst xmlns:a="http://schemas.openxmlformats.org/drawingml/2006/main">
              <a:ext uri="{FF2B5EF4-FFF2-40B4-BE49-F238E27FC236}">
                <a16:creationId xmlns:a16="http://schemas.microsoft.com/office/drawing/2014/main" id="{268C8710-2F65-4E81-AF90-03A3AE6D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4251960"/>
            <a:ext cx="219456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✓</a:t>
            </a:r>
            <a:endParaRPr sz="650"/>
          </a:p>
        </p:txBody>
      </p:sp>
      <p:sp>
        <p:nvSpPr>
          <p:cNvPr id="689" name="Text 687">
            <a:extLst xmlns:a="http://schemas.openxmlformats.org/drawingml/2006/main">
              <a:ext uri="{FF2B5EF4-FFF2-40B4-BE49-F238E27FC236}">
                <a16:creationId xmlns:a16="http://schemas.microsoft.com/office/drawing/2014/main" id="{029CC52E-66D4-4CD0-AFD9-5ADBB466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4197096"/>
            <a:ext cx="34930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交付核验：4 / 4，成果包共 9 个文件</a:t>
            </a:r>
            <a:endParaRPr sz="920"/>
          </a:p>
        </p:txBody>
      </p:sp>
      <p:sp>
        <p:nvSpPr>
          <p:cNvPr id="690" name="Shape 688">
            <a:extLst xmlns:a="http://schemas.openxmlformats.org/drawingml/2006/main">
              <a:ext uri="{FF2B5EF4-FFF2-40B4-BE49-F238E27FC236}">
                <a16:creationId xmlns:a16="http://schemas.microsoft.com/office/drawing/2014/main" id="{1CB836B6-C033-4A71-84D6-10A267DD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4690872"/>
            <a:ext cx="219456" cy="2194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F35A"/>
          </a:solidFill>
          <a:ln xmlns:a="http://schemas.openxmlformats.org/drawingml/2006/main" w="12700">
            <a:solidFill>
              <a:srgbClr val="C4F35A"/>
            </a:solidFill>
            <a:prstDash val="solid"/>
          </a:ln>
        </p:spPr>
      </p:sp>
      <p:sp>
        <p:nvSpPr>
          <p:cNvPr id="691" name="Text 689">
            <a:extLst xmlns:a="http://schemas.openxmlformats.org/drawingml/2006/main">
              <a:ext uri="{FF2B5EF4-FFF2-40B4-BE49-F238E27FC236}">
                <a16:creationId xmlns:a16="http://schemas.microsoft.com/office/drawing/2014/main" id="{CD3FBAB5-A6BC-4909-A7FB-AACDCEFA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4727448"/>
            <a:ext cx="219456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✓</a:t>
            </a:r>
            <a:endParaRPr sz="650"/>
          </a:p>
        </p:txBody>
      </p:sp>
      <p:sp>
        <p:nvSpPr>
          <p:cNvPr id="692" name="Text 690">
            <a:extLst xmlns:a="http://schemas.openxmlformats.org/drawingml/2006/main">
              <a:ext uri="{FF2B5EF4-FFF2-40B4-BE49-F238E27FC236}">
                <a16:creationId xmlns:a16="http://schemas.microsoft.com/office/drawing/2014/main" id="{4B267A24-E2AE-4F41-B72C-65729A3B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4672584"/>
            <a:ext cx="34930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101318"/>
                </a:solidFill>
                <a:latin typeface="Arial Unicode MS"/>
                <a:ea typeface="Arial Unicode MS"/>
                <a:cs typeface="Arial Unicode MS"/>
              </a:rPr>
              <a:t>线上 CORS：GET 200 / OPTIONS 204</a:t>
            </a:r>
            <a:endParaRPr sz="920"/>
          </a:p>
        </p:txBody>
      </p:sp>
      <p:sp>
        <p:nvSpPr>
          <p:cNvPr id="693" name="Shape 691">
            <a:extLst xmlns:a="http://schemas.openxmlformats.org/drawingml/2006/main">
              <a:ext uri="{FF2B5EF4-FFF2-40B4-BE49-F238E27FC236}">
                <a16:creationId xmlns:a16="http://schemas.microsoft.com/office/drawing/2014/main" id="{425CFAAD-F71D-4799-ADFA-D8CF7EEF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5321808"/>
            <a:ext cx="4078224" cy="448056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101318"/>
          </a:solidFill>
          <a:ln xmlns:a="http://schemas.openxmlformats.org/drawingml/2006/main" w="12700">
            <a:solidFill>
              <a:srgbClr val="101318"/>
            </a:solidFill>
            <a:prstDash val="solid"/>
          </a:ln>
        </p:spPr>
      </p:sp>
      <p:sp>
        <p:nvSpPr>
          <p:cNvPr id="694" name="Text 692">
            <a:hlinkClick xmlns:r="http://schemas.openxmlformats.org/officeDocument/2006/relationships" xmlns:a="http://schemas.openxmlformats.org/drawingml/2006/main" r:id="R4e82e05b8a244a73"/>
            <a:extLst xmlns:a="http://schemas.openxmlformats.org/drawingml/2006/main">
              <a:ext uri="{FF2B5EF4-FFF2-40B4-BE49-F238E27FC236}">
                <a16:creationId xmlns:a16="http://schemas.microsoft.com/office/drawing/2014/main" id="{B51AE110-8A54-4AFD-ACA2-1021DA6D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048" y="5477256"/>
            <a:ext cx="365760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60" b="1" u="sng">
                <a:solidFill>
                  <a:srgbClr val="C4F35A"/>
                </a:solidFill>
                <a:latin typeface="Arial"/>
                <a:ea typeface="Arial"/>
                <a:cs typeface="Arial"/>
                <a:hlinkClick xmlns:r="http://schemas.openxmlformats.org/officeDocument/2006/relationships" r:id="Rac8a1389b21a4c5b"/>
              </a:rPr>
              <a:t>https://mesh-pinme.pinme.dev/</a:t>
            </a:r>
            <a:endParaRPr sz="860"/>
          </a:p>
        </p:txBody>
      </p:sp>
      <p:sp>
        <p:nvSpPr>
          <p:cNvPr id="695" name="Text 693">
            <a:extLst xmlns:a="http://schemas.openxmlformats.org/drawingml/2006/main">
              <a:ext uri="{FF2B5EF4-FFF2-40B4-BE49-F238E27FC236}">
                <a16:creationId xmlns:a16="http://schemas.microsoft.com/office/drawing/2014/main" id="{79F77820-9028-4466-999D-C837E784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230368"/>
            <a:ext cx="51206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C4F35A"/>
                </a:solidFill>
                <a:latin typeface="Arial"/>
                <a:ea typeface="Arial"/>
                <a:cs typeface="Arial"/>
              </a:rPr>
              <a:t>NEXT</a:t>
            </a:r>
            <a:endParaRPr sz="700"/>
          </a:p>
        </p:txBody>
      </p:sp>
      <p:sp>
        <p:nvSpPr>
          <p:cNvPr id="696" name="Shape 694">
            <a:extLst xmlns:a="http://schemas.openxmlformats.org/drawingml/2006/main">
              <a:ext uri="{FF2B5EF4-FFF2-40B4-BE49-F238E27FC236}">
                <a16:creationId xmlns:a16="http://schemas.microsoft.com/office/drawing/2014/main" id="{A130FF6A-546A-4625-9375-B797BB3D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5138928"/>
            <a:ext cx="146304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23126"/>
          </a:solidFill>
          <a:ln xmlns:a="http://schemas.openxmlformats.org/drawingml/2006/main" w="8890">
            <a:solidFill>
              <a:srgbClr val="40542D"/>
            </a:solidFill>
            <a:prstDash val="solid"/>
          </a:ln>
        </p:spPr>
      </p:sp>
      <p:sp>
        <p:nvSpPr>
          <p:cNvPr id="697" name="Text 695">
            <a:extLst xmlns:a="http://schemas.openxmlformats.org/drawingml/2006/main">
              <a:ext uri="{FF2B5EF4-FFF2-40B4-BE49-F238E27FC236}">
                <a16:creationId xmlns:a16="http://schemas.microsoft.com/office/drawing/2014/main" id="{46385D9D-6659-4D21-A171-DE14EF4A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189220"/>
            <a:ext cx="133502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 spc="70">
                <a:solidFill>
                  <a:srgbClr val="C4F35A"/>
                </a:solidFill>
                <a:latin typeface="Arial"/>
                <a:ea typeface="Arial"/>
                <a:cs typeface="Arial"/>
              </a:rPr>
              <a:t>多模型路由</a:t>
            </a:r>
            <a:endParaRPr sz="700"/>
          </a:p>
        </p:txBody>
      </p:sp>
      <p:sp>
        <p:nvSpPr>
          <p:cNvPr id="698" name="Shape 696">
            <a:extLst xmlns:a="http://schemas.openxmlformats.org/drawingml/2006/main">
              <a:ext uri="{FF2B5EF4-FFF2-40B4-BE49-F238E27FC236}">
                <a16:creationId xmlns:a16="http://schemas.microsoft.com/office/drawing/2014/main" id="{EF6257AB-F3B4-4F0C-B7F9-27869C65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38928"/>
            <a:ext cx="129844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9333A"/>
          </a:solidFill>
          <a:ln xmlns:a="http://schemas.openxmlformats.org/drawingml/2006/main" w="8890">
            <a:solidFill>
              <a:srgbClr val="2F5058"/>
            </a:solidFill>
            <a:prstDash val="solid"/>
          </a:ln>
        </p:spPr>
      </p:sp>
      <p:sp>
        <p:nvSpPr>
          <p:cNvPr id="699" name="Text 697">
            <a:extLst xmlns:a="http://schemas.openxmlformats.org/drawingml/2006/main">
              <a:ext uri="{FF2B5EF4-FFF2-40B4-BE49-F238E27FC236}">
                <a16:creationId xmlns:a16="http://schemas.microsoft.com/office/drawing/2014/main" id="{8FF1CED3-89A5-43C4-9528-7326AD12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808" y="5189220"/>
            <a:ext cx="117043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 spc="70">
                <a:solidFill>
                  <a:srgbClr val="39D7E7"/>
                </a:solidFill>
                <a:latin typeface="Arial"/>
                <a:ea typeface="Arial"/>
                <a:cs typeface="Arial"/>
              </a:rPr>
              <a:t>第三方工具 Agent</a:t>
            </a:r>
            <a:endParaRPr sz="700"/>
          </a:p>
        </p:txBody>
      </p:sp>
      <p:sp>
        <p:nvSpPr>
          <p:cNvPr id="700" name="Shape 698">
            <a:extLst xmlns:a="http://schemas.openxmlformats.org/drawingml/2006/main">
              <a:ext uri="{FF2B5EF4-FFF2-40B4-BE49-F238E27FC236}">
                <a16:creationId xmlns:a16="http://schemas.microsoft.com/office/drawing/2014/main" id="{D6CEF75B-52F9-49B7-83DB-71DA72D8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696" y="5138928"/>
            <a:ext cx="1298448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23126"/>
          </a:solidFill>
          <a:ln xmlns:a="http://schemas.openxmlformats.org/drawingml/2006/main" w="8890">
            <a:solidFill>
              <a:srgbClr val="40542D"/>
            </a:solidFill>
            <a:prstDash val="solid"/>
          </a:ln>
        </p:spPr>
      </p:sp>
      <p:sp>
        <p:nvSpPr>
          <p:cNvPr id="701" name="Text 699">
            <a:extLst xmlns:a="http://schemas.openxmlformats.org/drawingml/2006/main">
              <a:ext uri="{FF2B5EF4-FFF2-40B4-BE49-F238E27FC236}">
                <a16:creationId xmlns:a16="http://schemas.microsoft.com/office/drawing/2014/main" id="{1D9CBC2B-4905-4069-B643-26E45975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5189220"/>
            <a:ext cx="117043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b="1" spc="70">
                <a:solidFill>
                  <a:srgbClr val="C4F35A"/>
                </a:solidFill>
                <a:latin typeface="Arial"/>
                <a:ea typeface="Arial"/>
                <a:cs typeface="Arial"/>
              </a:rPr>
              <a:t>3D 状态回放</a:t>
            </a:r>
            <a:endParaRPr sz="700"/>
          </a:p>
        </p:txBody>
      </p:sp>
      <p:sp>
        <p:nvSpPr>
          <p:cNvPr id="702" name="Text 700">
            <a:extLst xmlns:a="http://schemas.openxmlformats.org/drawingml/2006/main">
              <a:ext uri="{FF2B5EF4-FFF2-40B4-BE49-F238E27FC236}">
                <a16:creationId xmlns:a16="http://schemas.microsoft.com/office/drawing/2014/main" id="{562FB91B-C71E-44A7-B78D-8C39FC1F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806440"/>
            <a:ext cx="502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93A1A7"/>
                </a:solidFill>
                <a:latin typeface="Arial Unicode MS"/>
                <a:ea typeface="Arial Unicode MS"/>
                <a:cs typeface="Arial Unicode MS"/>
              </a:rPr>
              <a:t>当前仍是 Sepolia 测试网演示版，不包含主网、真实法币、私密 IPFS 或自动代签结算。</a:t>
            </a:r>
            <a:endParaRPr sz="820"/>
          </a:p>
        </p:txBody>
      </p:sp>
      <p:sp>
        <p:nvSpPr>
          <p:cNvPr id="703" name="Text 701">
            <a:extLst xmlns:a="http://schemas.openxmlformats.org/drawingml/2006/main">
              <a:ext uri="{FF2B5EF4-FFF2-40B4-BE49-F238E27FC236}">
                <a16:creationId xmlns:a16="http://schemas.microsoft.com/office/drawing/2014/main" id="{1AB8FEAB-A460-4035-BA95-77A6C70D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28816"/>
            <a:ext cx="4754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 spc="150">
                <a:solidFill>
                  <a:srgbClr val="9AA7AD"/>
                </a:solidFill>
                <a:latin typeface="Arial"/>
                <a:ea typeface="Arial"/>
                <a:cs typeface="Arial"/>
              </a:rPr>
              <a:t>pinme-mesh · PRODUCT DEMO · 2026-08-30</a:t>
            </a:r>
            <a:endParaRPr sz="670"/>
          </a:p>
        </p:txBody>
      </p:sp>
      <p:sp>
        <p:nvSpPr>
          <p:cNvPr id="704" name="Text 702">
            <a:extLst xmlns:a="http://schemas.openxmlformats.org/drawingml/2006/main">
              <a:ext uri="{FF2B5EF4-FFF2-40B4-BE49-F238E27FC236}">
                <a16:creationId xmlns:a16="http://schemas.microsoft.com/office/drawing/2014/main" id="{789A8FF7-AE2D-4B4A-B27A-0183CAFE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92240"/>
            <a:ext cx="32918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 b="1">
                <a:solidFill>
                  <a:srgbClr val="C4F35A"/>
                </a:solidFill>
                <a:latin typeface="Arial"/>
                <a:ea typeface="Arial"/>
                <a:cs typeface="Arial"/>
              </a:rPr>
              <a:t>09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8791371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Unicode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 Unicode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2026-08-30T03:27:29.5820000Z</dcterms:created>
  <dcterms:modified xsi:type="dcterms:W3CDTF">2026-08-30T03:27:29.5820000Z</dcterms:modified>
</coreProperties>
</file>